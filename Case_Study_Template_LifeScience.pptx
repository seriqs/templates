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795000"/>
  <p:notesSz cx="6797675" cy="9926638"/>
  <p:embeddedFontLst>
    <p:embeddedFont>
      <p:font typeface="Aller 1" panose="020B0604020202020204" charset="0"/>
      <p:regular r:id="rId4"/>
    </p:embeddedFont>
    <p:embeddedFont>
      <p:font typeface="Aller 2" panose="020B0604020202020204" charset="0"/>
      <p:regular r:id="rId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D490E8-389A-4EA8-978C-132465C6B5AA}" v="1" dt="2026-06-11T14:15:34.5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7" d="100"/>
          <a:sy n="67" d="100"/>
        </p:scale>
        <p:origin x="3210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font" Target="fonts/font2.fntdata"/><Relationship Id="rId10" Type="http://schemas.microsoft.com/office/2016/11/relationships/changesInfo" Target="changesInfos/changesInfo1.xml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ny Cater" userId="ba87f93b-7973-45e9-b6f8-e5b4cfef1913" providerId="ADAL" clId="{AC0A7BE5-ACF8-4B8A-8006-46554F178A3B}"/>
    <pc:docChg chg="modSld">
      <pc:chgData name="Danny Cater" userId="ba87f93b-7973-45e9-b6f8-e5b4cfef1913" providerId="ADAL" clId="{AC0A7BE5-ACF8-4B8A-8006-46554F178A3B}" dt="2026-06-11T14:27:33.768" v="879" actId="6549"/>
      <pc:docMkLst>
        <pc:docMk/>
      </pc:docMkLst>
      <pc:sldChg chg="modSp mod">
        <pc:chgData name="Danny Cater" userId="ba87f93b-7973-45e9-b6f8-e5b4cfef1913" providerId="ADAL" clId="{AC0A7BE5-ACF8-4B8A-8006-46554F178A3B}" dt="2026-06-11T14:27:33.768" v="879" actId="6549"/>
        <pc:sldMkLst>
          <pc:docMk/>
          <pc:sldMk cId="0" sldId="256"/>
        </pc:sldMkLst>
        <pc:spChg chg="mod">
          <ac:chgData name="Danny Cater" userId="ba87f93b-7973-45e9-b6f8-e5b4cfef1913" providerId="ADAL" clId="{AC0A7BE5-ACF8-4B8A-8006-46554F178A3B}" dt="2026-06-11T14:20:17.126" v="29" actId="20577"/>
          <ac:spMkLst>
            <pc:docMk/>
            <pc:sldMk cId="0" sldId="256"/>
            <ac:spMk id="37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7:26.839" v="878" actId="6549"/>
          <ac:spMkLst>
            <pc:docMk/>
            <pc:sldMk cId="0" sldId="256"/>
            <ac:spMk id="40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7:33.768" v="879" actId="6549"/>
          <ac:spMkLst>
            <pc:docMk/>
            <pc:sldMk cId="0" sldId="256"/>
            <ac:spMk id="41" creationId="{00000000-0000-0000-0000-000000000000}"/>
          </ac:spMkLst>
        </pc:spChg>
      </pc:sldChg>
      <pc:sldChg chg="modSp mod">
        <pc:chgData name="Danny Cater" userId="ba87f93b-7973-45e9-b6f8-e5b4cfef1913" providerId="ADAL" clId="{AC0A7BE5-ACF8-4B8A-8006-46554F178A3B}" dt="2026-06-11T14:27:19.752" v="877" actId="20577"/>
        <pc:sldMkLst>
          <pc:docMk/>
          <pc:sldMk cId="0" sldId="257"/>
        </pc:sldMkLst>
        <pc:spChg chg="mod">
          <ac:chgData name="Danny Cater" userId="ba87f93b-7973-45e9-b6f8-e5b4cfef1913" providerId="ADAL" clId="{AC0A7BE5-ACF8-4B8A-8006-46554F178A3B}" dt="2026-06-11T14:24:22.087" v="508" actId="20577"/>
          <ac:spMkLst>
            <pc:docMk/>
            <pc:sldMk cId="0" sldId="257"/>
            <ac:spMk id="28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3:38.114" v="409" actId="20577"/>
          <ac:spMkLst>
            <pc:docMk/>
            <pc:sldMk cId="0" sldId="257"/>
            <ac:spMk id="30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4:00.819" v="466" actId="20577"/>
          <ac:spMkLst>
            <pc:docMk/>
            <pc:sldMk cId="0" sldId="257"/>
            <ac:spMk id="31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4:49.011" v="550" actId="20577"/>
          <ac:spMkLst>
            <pc:docMk/>
            <pc:sldMk cId="0" sldId="257"/>
            <ac:spMk id="37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5:03.101" v="589" actId="20577"/>
          <ac:spMkLst>
            <pc:docMk/>
            <pc:sldMk cId="0" sldId="257"/>
            <ac:spMk id="43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5:20.229" v="633" actId="20577"/>
          <ac:spMkLst>
            <pc:docMk/>
            <pc:sldMk cId="0" sldId="257"/>
            <ac:spMk id="49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7:19.752" v="877" actId="20577"/>
          <ac:spMkLst>
            <pc:docMk/>
            <pc:sldMk cId="0" sldId="257"/>
            <ac:spMk id="5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10" Type="http://schemas.openxmlformats.org/officeDocument/2006/relationships/image" Target="../media/image8.svg"/><Relationship Id="rId4" Type="http://schemas.openxmlformats.org/officeDocument/2006/relationships/image" Target="../media/image3.svg"/><Relationship Id="rId9" Type="http://schemas.openxmlformats.org/officeDocument/2006/relationships/hyperlink" Target="https://www.squareoneresources.com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hyperlink" Target="https://www.squareoneresources.c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7.png"/><Relationship Id="rId5" Type="http://schemas.openxmlformats.org/officeDocument/2006/relationships/image" Target="../media/image6.svg"/><Relationship Id="rId10" Type="http://schemas.openxmlformats.org/officeDocument/2006/relationships/image" Target="../media/image12.svg"/><Relationship Id="rId4" Type="http://schemas.openxmlformats.org/officeDocument/2006/relationships/image" Target="../media/image5.svg"/><Relationship Id="rId9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0000" y="255600"/>
            <a:ext cx="1426461" cy="414000"/>
          </a:xfrm>
          <a:custGeom>
            <a:avLst/>
            <a:gdLst/>
            <a:ahLst/>
            <a:cxnLst/>
            <a:rect l="l" t="t" r="r" b="b"/>
            <a:pathLst>
              <a:path w="1426461" h="414000">
                <a:moveTo>
                  <a:pt x="0" y="0"/>
                </a:moveTo>
                <a:lnTo>
                  <a:pt x="1426461" y="0"/>
                </a:lnTo>
                <a:lnTo>
                  <a:pt x="1426461" y="414000"/>
                </a:lnTo>
                <a:lnTo>
                  <a:pt x="0" y="41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84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-10800000">
            <a:off x="463820" y="597181"/>
            <a:ext cx="6732218" cy="328196"/>
          </a:xfrm>
          <a:custGeom>
            <a:avLst/>
            <a:gdLst/>
            <a:ahLst/>
            <a:cxnLst/>
            <a:rect l="l" t="t" r="r" b="b"/>
            <a:pathLst>
              <a:path w="6732218" h="328196">
                <a:moveTo>
                  <a:pt x="0" y="0"/>
                </a:moveTo>
                <a:lnTo>
                  <a:pt x="6732218" y="0"/>
                </a:lnTo>
                <a:lnTo>
                  <a:pt x="6732218" y="328196"/>
                </a:lnTo>
                <a:lnTo>
                  <a:pt x="0" y="32819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 rot="-10800000">
            <a:off x="451176" y="5373942"/>
            <a:ext cx="6663475" cy="324844"/>
          </a:xfrm>
          <a:custGeom>
            <a:avLst/>
            <a:gdLst/>
            <a:ahLst/>
            <a:cxnLst/>
            <a:rect l="l" t="t" r="r" b="b"/>
            <a:pathLst>
              <a:path w="6663475" h="324844">
                <a:moveTo>
                  <a:pt x="0" y="0"/>
                </a:moveTo>
                <a:lnTo>
                  <a:pt x="6663474" y="0"/>
                </a:lnTo>
                <a:lnTo>
                  <a:pt x="6663474" y="324845"/>
                </a:lnTo>
                <a:lnTo>
                  <a:pt x="0" y="324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5" name="Group 5"/>
          <p:cNvGrpSpPr/>
          <p:nvPr/>
        </p:nvGrpSpPr>
        <p:grpSpPr>
          <a:xfrm rot="1305432">
            <a:off x="2890163" y="695222"/>
            <a:ext cx="1056554" cy="907976"/>
            <a:chOff x="0" y="0"/>
            <a:chExt cx="812800" cy="698500"/>
          </a:xfrm>
        </p:grpSpPr>
        <p:sp>
          <p:nvSpPr>
            <p:cNvPr id="6" name="Freeform 6"/>
            <p:cNvSpPr/>
            <p:nvPr/>
          </p:nvSpPr>
          <p:spPr>
            <a:xfrm>
              <a:off x="4447" y="0"/>
              <a:ext cx="803906" cy="698500"/>
            </a:xfrm>
            <a:custGeom>
              <a:avLst/>
              <a:gdLst/>
              <a:ahLst/>
              <a:cxnLst/>
              <a:rect l="l" t="t" r="r" b="b"/>
              <a:pathLst>
                <a:path w="803906" h="698500">
                  <a:moveTo>
                    <a:pt x="800062" y="363500"/>
                  </a:moveTo>
                  <a:lnTo>
                    <a:pt x="613444" y="684250"/>
                  </a:lnTo>
                  <a:cubicBezTo>
                    <a:pt x="608311" y="693072"/>
                    <a:pt x="598873" y="698500"/>
                    <a:pt x="588666" y="698500"/>
                  </a:cubicBezTo>
                  <a:lnTo>
                    <a:pt x="215240" y="698500"/>
                  </a:lnTo>
                  <a:cubicBezTo>
                    <a:pt x="205033" y="698500"/>
                    <a:pt x="195595" y="693072"/>
                    <a:pt x="190462" y="684250"/>
                  </a:cubicBezTo>
                  <a:lnTo>
                    <a:pt x="3844" y="363500"/>
                  </a:lnTo>
                  <a:cubicBezTo>
                    <a:pt x="-1281" y="354691"/>
                    <a:pt x="-1281" y="343809"/>
                    <a:pt x="3844" y="335000"/>
                  </a:cubicBezTo>
                  <a:lnTo>
                    <a:pt x="190462" y="14250"/>
                  </a:lnTo>
                  <a:cubicBezTo>
                    <a:pt x="195595" y="5428"/>
                    <a:pt x="205033" y="0"/>
                    <a:pt x="215240" y="0"/>
                  </a:cubicBezTo>
                  <a:lnTo>
                    <a:pt x="588666" y="0"/>
                  </a:lnTo>
                  <a:cubicBezTo>
                    <a:pt x="598873" y="0"/>
                    <a:pt x="608311" y="5428"/>
                    <a:pt x="613444" y="14250"/>
                  </a:cubicBezTo>
                  <a:lnTo>
                    <a:pt x="800062" y="335000"/>
                  </a:lnTo>
                  <a:cubicBezTo>
                    <a:pt x="805187" y="343809"/>
                    <a:pt x="805187" y="354691"/>
                    <a:pt x="800062" y="363500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 rot="-7421363">
            <a:off x="6898931" y="1330500"/>
            <a:ext cx="594215" cy="650807"/>
          </a:xfrm>
          <a:custGeom>
            <a:avLst/>
            <a:gdLst/>
            <a:ahLst/>
            <a:cxnLst/>
            <a:rect l="l" t="t" r="r" b="b"/>
            <a:pathLst>
              <a:path w="594215" h="650807">
                <a:moveTo>
                  <a:pt x="0" y="0"/>
                </a:moveTo>
                <a:lnTo>
                  <a:pt x="594215" y="0"/>
                </a:lnTo>
                <a:lnTo>
                  <a:pt x="594215" y="650807"/>
                </a:lnTo>
                <a:lnTo>
                  <a:pt x="0" y="650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385595" y="3365492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0" name="Group 10"/>
          <p:cNvGrpSpPr/>
          <p:nvPr/>
        </p:nvGrpSpPr>
        <p:grpSpPr>
          <a:xfrm>
            <a:off x="451176" y="1057705"/>
            <a:ext cx="6663475" cy="2398716"/>
            <a:chOff x="0" y="0"/>
            <a:chExt cx="5085655" cy="18307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085655" cy="1830733"/>
            </a:xfrm>
            <a:custGeom>
              <a:avLst/>
              <a:gdLst/>
              <a:ahLst/>
              <a:cxnLst/>
              <a:rect l="l" t="t" r="r" b="b"/>
              <a:pathLst>
                <a:path w="5085655" h="1830733">
                  <a:moveTo>
                    <a:pt x="6100" y="0"/>
                  </a:moveTo>
                  <a:lnTo>
                    <a:pt x="5079555" y="0"/>
                  </a:lnTo>
                  <a:cubicBezTo>
                    <a:pt x="5082924" y="0"/>
                    <a:pt x="5085655" y="2731"/>
                    <a:pt x="5085655" y="6100"/>
                  </a:cubicBezTo>
                  <a:lnTo>
                    <a:pt x="5085655" y="1824633"/>
                  </a:lnTo>
                  <a:cubicBezTo>
                    <a:pt x="5085655" y="1826251"/>
                    <a:pt x="5085012" y="1827803"/>
                    <a:pt x="5083868" y="1828947"/>
                  </a:cubicBezTo>
                  <a:cubicBezTo>
                    <a:pt x="5082724" y="1830090"/>
                    <a:pt x="5081173" y="1830733"/>
                    <a:pt x="5079555" y="1830733"/>
                  </a:cubicBezTo>
                  <a:lnTo>
                    <a:pt x="6100" y="1830733"/>
                  </a:lnTo>
                  <a:cubicBezTo>
                    <a:pt x="4482" y="1830733"/>
                    <a:pt x="2930" y="1830090"/>
                    <a:pt x="1787" y="1828947"/>
                  </a:cubicBezTo>
                  <a:cubicBezTo>
                    <a:pt x="643" y="1827803"/>
                    <a:pt x="0" y="1826251"/>
                    <a:pt x="0" y="1824633"/>
                  </a:cubicBezTo>
                  <a:lnTo>
                    <a:pt x="0" y="6100"/>
                  </a:lnTo>
                  <a:cubicBezTo>
                    <a:pt x="0" y="4482"/>
                    <a:pt x="643" y="2930"/>
                    <a:pt x="1787" y="1787"/>
                  </a:cubicBezTo>
                  <a:cubicBezTo>
                    <a:pt x="2930" y="643"/>
                    <a:pt x="4482" y="0"/>
                    <a:pt x="6100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5085655" cy="184025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1176" y="848780"/>
            <a:ext cx="6663475" cy="1486413"/>
            <a:chOff x="0" y="0"/>
            <a:chExt cx="3005068" cy="67033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05068" cy="670337"/>
            </a:xfrm>
            <a:custGeom>
              <a:avLst/>
              <a:gdLst/>
              <a:ahLst/>
              <a:cxnLst/>
              <a:rect l="l" t="t" r="r" b="b"/>
              <a:pathLst>
                <a:path w="3005068" h="670337">
                  <a:moveTo>
                    <a:pt x="7842" y="0"/>
                  </a:moveTo>
                  <a:lnTo>
                    <a:pt x="2997225" y="0"/>
                  </a:lnTo>
                  <a:cubicBezTo>
                    <a:pt x="3001556" y="0"/>
                    <a:pt x="3005068" y="3511"/>
                    <a:pt x="3005068" y="7842"/>
                  </a:cubicBezTo>
                  <a:lnTo>
                    <a:pt x="3005068" y="662494"/>
                  </a:lnTo>
                  <a:cubicBezTo>
                    <a:pt x="3005068" y="666825"/>
                    <a:pt x="3001556" y="670337"/>
                    <a:pt x="2997225" y="670337"/>
                  </a:cubicBezTo>
                  <a:lnTo>
                    <a:pt x="7842" y="670337"/>
                  </a:lnTo>
                  <a:cubicBezTo>
                    <a:pt x="3511" y="670337"/>
                    <a:pt x="0" y="666825"/>
                    <a:pt x="0" y="662494"/>
                  </a:cubicBezTo>
                  <a:lnTo>
                    <a:pt x="0" y="7842"/>
                  </a:lnTo>
                  <a:cubicBezTo>
                    <a:pt x="0" y="3511"/>
                    <a:pt x="3511" y="0"/>
                    <a:pt x="7842" y="0"/>
                  </a:cubicBezTo>
                  <a:close/>
                </a:path>
              </a:pathLst>
            </a:custGeom>
            <a:blipFill>
              <a:blip r:embed="rId5"/>
              <a:stretch>
                <a:fillRect t="-94357" b="-104317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51176" y="2083612"/>
            <a:ext cx="6663475" cy="416395"/>
            <a:chOff x="0" y="0"/>
            <a:chExt cx="5085655" cy="31779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085655" cy="317799"/>
            </a:xfrm>
            <a:custGeom>
              <a:avLst/>
              <a:gdLst/>
              <a:ahLst/>
              <a:cxnLst/>
              <a:rect l="l" t="t" r="r" b="b"/>
              <a:pathLst>
                <a:path w="5085655" h="317799">
                  <a:moveTo>
                    <a:pt x="0" y="0"/>
                  </a:moveTo>
                  <a:lnTo>
                    <a:pt x="5085655" y="0"/>
                  </a:lnTo>
                  <a:lnTo>
                    <a:pt x="5085655" y="317799"/>
                  </a:lnTo>
                  <a:lnTo>
                    <a:pt x="0" y="317799"/>
                  </a:ln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9525"/>
              <a:ext cx="5085655" cy="308274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586774" y="311575"/>
            <a:ext cx="1609264" cy="361187"/>
            <a:chOff x="0" y="0"/>
            <a:chExt cx="1228212" cy="27566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28212" cy="275663"/>
            </a:xfrm>
            <a:custGeom>
              <a:avLst/>
              <a:gdLst/>
              <a:ahLst/>
              <a:cxnLst/>
              <a:rect l="l" t="t" r="r" b="b"/>
              <a:pathLst>
                <a:path w="1228212" h="275663">
                  <a:moveTo>
                    <a:pt x="25257" y="0"/>
                  </a:moveTo>
                  <a:lnTo>
                    <a:pt x="1202955" y="0"/>
                  </a:lnTo>
                  <a:cubicBezTo>
                    <a:pt x="1216904" y="0"/>
                    <a:pt x="1228212" y="11308"/>
                    <a:pt x="1228212" y="25257"/>
                  </a:cubicBezTo>
                  <a:lnTo>
                    <a:pt x="1228212" y="250406"/>
                  </a:lnTo>
                  <a:cubicBezTo>
                    <a:pt x="1228212" y="264355"/>
                    <a:pt x="1216904" y="275663"/>
                    <a:pt x="1202955" y="275663"/>
                  </a:cubicBezTo>
                  <a:lnTo>
                    <a:pt x="25257" y="275663"/>
                  </a:lnTo>
                  <a:cubicBezTo>
                    <a:pt x="11308" y="275663"/>
                    <a:pt x="0" y="264355"/>
                    <a:pt x="0" y="250406"/>
                  </a:cubicBezTo>
                  <a:lnTo>
                    <a:pt x="0" y="25257"/>
                  </a:lnTo>
                  <a:cubicBezTo>
                    <a:pt x="0" y="11308"/>
                    <a:pt x="11308" y="0"/>
                    <a:pt x="25257" y="0"/>
                  </a:cubicBezTo>
                  <a:close/>
                </a:path>
              </a:pathLst>
            </a:custGeom>
            <a:solidFill>
              <a:srgbClr val="0DA955"/>
            </a:solidFill>
            <a:ln w="9525" cap="sq">
              <a:solidFill>
                <a:srgbClr val="ECECEC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9525"/>
              <a:ext cx="1228212" cy="26613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424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 rot="1718546">
            <a:off x="6516331" y="5330634"/>
            <a:ext cx="957482" cy="822836"/>
            <a:chOff x="0" y="0"/>
            <a:chExt cx="812800" cy="698500"/>
          </a:xfrm>
        </p:grpSpPr>
        <p:sp>
          <p:nvSpPr>
            <p:cNvPr id="22" name="Freeform 22"/>
            <p:cNvSpPr/>
            <p:nvPr/>
          </p:nvSpPr>
          <p:spPr>
            <a:xfrm>
              <a:off x="4907" y="0"/>
              <a:ext cx="802985" cy="698500"/>
            </a:xfrm>
            <a:custGeom>
              <a:avLst/>
              <a:gdLst/>
              <a:ahLst/>
              <a:cxnLst/>
              <a:rect l="l" t="t" r="r" b="b"/>
              <a:pathLst>
                <a:path w="802985" h="698500">
                  <a:moveTo>
                    <a:pt x="798744" y="364975"/>
                  </a:moveTo>
                  <a:lnTo>
                    <a:pt x="613842" y="682775"/>
                  </a:lnTo>
                  <a:cubicBezTo>
                    <a:pt x="608178" y="692511"/>
                    <a:pt x="597764" y="698500"/>
                    <a:pt x="586500" y="698500"/>
                  </a:cubicBezTo>
                  <a:lnTo>
                    <a:pt x="216486" y="698500"/>
                  </a:lnTo>
                  <a:cubicBezTo>
                    <a:pt x="205222" y="698500"/>
                    <a:pt x="194808" y="692511"/>
                    <a:pt x="189144" y="682775"/>
                  </a:cubicBezTo>
                  <a:lnTo>
                    <a:pt x="4242" y="364975"/>
                  </a:lnTo>
                  <a:cubicBezTo>
                    <a:pt x="-1414" y="355254"/>
                    <a:pt x="-1414" y="343246"/>
                    <a:pt x="4242" y="333525"/>
                  </a:cubicBezTo>
                  <a:lnTo>
                    <a:pt x="189144" y="15725"/>
                  </a:lnTo>
                  <a:cubicBezTo>
                    <a:pt x="194808" y="5989"/>
                    <a:pt x="205222" y="0"/>
                    <a:pt x="216486" y="0"/>
                  </a:cubicBezTo>
                  <a:lnTo>
                    <a:pt x="586500" y="0"/>
                  </a:lnTo>
                  <a:cubicBezTo>
                    <a:pt x="597764" y="0"/>
                    <a:pt x="608178" y="5989"/>
                    <a:pt x="613842" y="15725"/>
                  </a:cubicBezTo>
                  <a:lnTo>
                    <a:pt x="798744" y="333525"/>
                  </a:lnTo>
                  <a:cubicBezTo>
                    <a:pt x="804400" y="343246"/>
                    <a:pt x="804400" y="355254"/>
                    <a:pt x="798744" y="364975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24" name="Freeform 24"/>
          <p:cNvSpPr/>
          <p:nvPr/>
        </p:nvSpPr>
        <p:spPr>
          <a:xfrm>
            <a:off x="385595" y="9715623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5" name="Freeform 25"/>
          <p:cNvSpPr/>
          <p:nvPr/>
        </p:nvSpPr>
        <p:spPr>
          <a:xfrm rot="-3908437">
            <a:off x="-59438" y="8152361"/>
            <a:ext cx="1076545" cy="1179073"/>
          </a:xfrm>
          <a:custGeom>
            <a:avLst/>
            <a:gdLst/>
            <a:ahLst/>
            <a:cxnLst/>
            <a:rect l="l" t="t" r="r" b="b"/>
            <a:pathLst>
              <a:path w="1076545" h="1179073">
                <a:moveTo>
                  <a:pt x="0" y="0"/>
                </a:moveTo>
                <a:lnTo>
                  <a:pt x="1076544" y="0"/>
                </a:lnTo>
                <a:lnTo>
                  <a:pt x="1076544" y="1179073"/>
                </a:lnTo>
                <a:lnTo>
                  <a:pt x="0" y="11790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26" name="Group 26"/>
          <p:cNvGrpSpPr/>
          <p:nvPr/>
        </p:nvGrpSpPr>
        <p:grpSpPr>
          <a:xfrm>
            <a:off x="451176" y="5573290"/>
            <a:ext cx="6663475" cy="4216369"/>
            <a:chOff x="0" y="0"/>
            <a:chExt cx="5085655" cy="321799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085655" cy="3217990"/>
            </a:xfrm>
            <a:custGeom>
              <a:avLst/>
              <a:gdLst/>
              <a:ahLst/>
              <a:cxnLst/>
              <a:rect l="l" t="t" r="r" b="b"/>
              <a:pathLst>
                <a:path w="5085655" h="3217990">
                  <a:moveTo>
                    <a:pt x="16266" y="0"/>
                  </a:moveTo>
                  <a:lnTo>
                    <a:pt x="5069389" y="0"/>
                  </a:lnTo>
                  <a:cubicBezTo>
                    <a:pt x="5078372" y="0"/>
                    <a:pt x="5085655" y="7282"/>
                    <a:pt x="5085655" y="16266"/>
                  </a:cubicBezTo>
                  <a:lnTo>
                    <a:pt x="5085655" y="3201724"/>
                  </a:lnTo>
                  <a:cubicBezTo>
                    <a:pt x="5085655" y="3206038"/>
                    <a:pt x="5083941" y="3210175"/>
                    <a:pt x="5080891" y="3213226"/>
                  </a:cubicBezTo>
                  <a:cubicBezTo>
                    <a:pt x="5077840" y="3216276"/>
                    <a:pt x="5073703" y="3217990"/>
                    <a:pt x="5069389" y="3217990"/>
                  </a:cubicBezTo>
                  <a:lnTo>
                    <a:pt x="16266" y="3217990"/>
                  </a:lnTo>
                  <a:cubicBezTo>
                    <a:pt x="11952" y="3217990"/>
                    <a:pt x="7815" y="3216276"/>
                    <a:pt x="4764" y="3213226"/>
                  </a:cubicBezTo>
                  <a:cubicBezTo>
                    <a:pt x="1714" y="3210175"/>
                    <a:pt x="0" y="3206038"/>
                    <a:pt x="0" y="3201724"/>
                  </a:cubicBezTo>
                  <a:lnTo>
                    <a:pt x="0" y="16266"/>
                  </a:lnTo>
                  <a:cubicBezTo>
                    <a:pt x="0" y="11952"/>
                    <a:pt x="1714" y="7815"/>
                    <a:pt x="4764" y="4764"/>
                  </a:cubicBezTo>
                  <a:cubicBezTo>
                    <a:pt x="7815" y="1714"/>
                    <a:pt x="11952" y="0"/>
                    <a:pt x="16266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085655" cy="3227515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5713028" y="5720041"/>
            <a:ext cx="1284685" cy="1284685"/>
          </a:xfrm>
          <a:custGeom>
            <a:avLst/>
            <a:gdLst/>
            <a:ahLst/>
            <a:cxnLst/>
            <a:rect l="l" t="t" r="r" b="b"/>
            <a:pathLst>
              <a:path w="1284685" h="1284685">
                <a:moveTo>
                  <a:pt x="0" y="0"/>
                </a:moveTo>
                <a:lnTo>
                  <a:pt x="1284685" y="0"/>
                </a:lnTo>
                <a:lnTo>
                  <a:pt x="1284685" y="1284685"/>
                </a:lnTo>
                <a:lnTo>
                  <a:pt x="0" y="12846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0" name="Freeform 30"/>
          <p:cNvSpPr/>
          <p:nvPr/>
        </p:nvSpPr>
        <p:spPr>
          <a:xfrm>
            <a:off x="4542802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2" y="0"/>
                </a:lnTo>
                <a:lnTo>
                  <a:pt x="130522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1" name="Freeform 31"/>
          <p:cNvSpPr/>
          <p:nvPr/>
        </p:nvSpPr>
        <p:spPr>
          <a:xfrm>
            <a:off x="2894336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1" y="0"/>
                </a:lnTo>
                <a:lnTo>
                  <a:pt x="130521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32" name="Group 32"/>
          <p:cNvGrpSpPr/>
          <p:nvPr/>
        </p:nvGrpSpPr>
        <p:grpSpPr>
          <a:xfrm>
            <a:off x="5051132" y="1858485"/>
            <a:ext cx="1799794" cy="797156"/>
            <a:chOff x="0" y="0"/>
            <a:chExt cx="1373628" cy="608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373628" cy="608400"/>
            </a:xfrm>
            <a:custGeom>
              <a:avLst/>
              <a:gdLst/>
              <a:ahLst/>
              <a:cxnLst/>
              <a:rect l="l" t="t" r="r" b="b"/>
              <a:pathLst>
                <a:path w="1373628" h="608400">
                  <a:moveTo>
                    <a:pt x="68825" y="0"/>
                  </a:moveTo>
                  <a:lnTo>
                    <a:pt x="1304803" y="0"/>
                  </a:lnTo>
                  <a:cubicBezTo>
                    <a:pt x="1323056" y="0"/>
                    <a:pt x="1340562" y="7251"/>
                    <a:pt x="1353469" y="20158"/>
                  </a:cubicBezTo>
                  <a:cubicBezTo>
                    <a:pt x="1366376" y="33066"/>
                    <a:pt x="1373628" y="50571"/>
                    <a:pt x="1373628" y="68825"/>
                  </a:cubicBezTo>
                  <a:lnTo>
                    <a:pt x="1373628" y="539575"/>
                  </a:lnTo>
                  <a:cubicBezTo>
                    <a:pt x="1373628" y="577586"/>
                    <a:pt x="1342814" y="608400"/>
                    <a:pt x="1304803" y="608400"/>
                  </a:cubicBezTo>
                  <a:lnTo>
                    <a:pt x="68825" y="608400"/>
                  </a:lnTo>
                  <a:cubicBezTo>
                    <a:pt x="50571" y="608400"/>
                    <a:pt x="33066" y="601149"/>
                    <a:pt x="20158" y="588242"/>
                  </a:cubicBezTo>
                  <a:cubicBezTo>
                    <a:pt x="7251" y="575335"/>
                    <a:pt x="0" y="557829"/>
                    <a:pt x="0" y="539575"/>
                  </a:cubicBezTo>
                  <a:lnTo>
                    <a:pt x="0" y="68825"/>
                  </a:lnTo>
                  <a:cubicBezTo>
                    <a:pt x="0" y="50571"/>
                    <a:pt x="7251" y="33066"/>
                    <a:pt x="20158" y="20158"/>
                  </a:cubicBezTo>
                  <a:cubicBezTo>
                    <a:pt x="33066" y="7251"/>
                    <a:pt x="50571" y="0"/>
                    <a:pt x="68825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DA955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1373628" cy="636975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marL="0" lvl="0" indent="0" algn="l">
                <a:lnSpc>
                  <a:spcPts val="154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5" name="Freeform 35"/>
          <p:cNvSpPr/>
          <p:nvPr/>
        </p:nvSpPr>
        <p:spPr>
          <a:xfrm>
            <a:off x="463820" y="10313488"/>
            <a:ext cx="231455" cy="241569"/>
          </a:xfrm>
          <a:custGeom>
            <a:avLst/>
            <a:gdLst/>
            <a:ahLst/>
            <a:cxnLst/>
            <a:rect l="l" t="t" r="r" b="b"/>
            <a:pathLst>
              <a:path w="231455" h="241569">
                <a:moveTo>
                  <a:pt x="0" y="0"/>
                </a:moveTo>
                <a:lnTo>
                  <a:pt x="231455" y="0"/>
                </a:lnTo>
                <a:lnTo>
                  <a:pt x="231455" y="241569"/>
                </a:lnTo>
                <a:lnTo>
                  <a:pt x="0" y="2415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139499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6" name="TextBox 36"/>
          <p:cNvSpPr txBox="1"/>
          <p:nvPr/>
        </p:nvSpPr>
        <p:spPr>
          <a:xfrm>
            <a:off x="756609" y="10342864"/>
            <a:ext cx="2202987" cy="165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84792"/>
                </a:solidFill>
                <a:latin typeface="Aller 1"/>
                <a:ea typeface="Aller 1"/>
                <a:cs typeface="Aller 1"/>
                <a:sym typeface="Aller 1"/>
                <a:hlinkClick r:id="rId9" tooltip="https://www.squareoneresources.com"/>
              </a:rPr>
              <a:t>squareoneresources.com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82422" y="2402173"/>
            <a:ext cx="4185812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2499" dirty="0">
                <a:solidFill>
                  <a:srgbClr val="000000"/>
                </a:solidFill>
                <a:latin typeface="Aller 1"/>
                <a:ea typeface="Aller 1"/>
                <a:cs typeface="Aller 1"/>
                <a:sym typeface="Aller 1"/>
              </a:rPr>
              <a:t>[TITLE_PLACEHOLDER_MAXCHAR(50]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451176" y="3803407"/>
            <a:ext cx="6670359" cy="475061"/>
            <a:chOff x="0" y="19050"/>
            <a:chExt cx="8893812" cy="633414"/>
          </a:xfrm>
        </p:grpSpPr>
        <p:sp>
          <p:nvSpPr>
            <p:cNvPr id="39" name="TextBox 39"/>
            <p:cNvSpPr txBox="1"/>
            <p:nvPr/>
          </p:nvSpPr>
          <p:spPr>
            <a:xfrm>
              <a:off x="0" y="19050"/>
              <a:ext cx="3046717" cy="2864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522">
                  <a:solidFill>
                    <a:srgbClr val="1F5E9E"/>
                  </a:solidFill>
                  <a:latin typeface="Aller 1"/>
                  <a:ea typeface="Aller 1"/>
                  <a:cs typeface="Aller 1"/>
                  <a:sym typeface="Aller 1"/>
                </a:rPr>
                <a:t>Client Overview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853" y="382048"/>
              <a:ext cx="8882959" cy="2704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01"/>
                </a:lnSpc>
              </a:pPr>
              <a:r>
                <a:rPr lang="en-US" sz="1215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[CLIENT_OVERVIEW_PLACEHOLDER_MAXCHAR(540)]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656203" y="6147854"/>
            <a:ext cx="6194723" cy="1946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[OUR_APPROACH_PLACEHOLDER_1_MAXCHAR(410)]</a:t>
            </a:r>
          </a:p>
          <a:p>
            <a:pPr algn="l">
              <a:lnSpc>
                <a:spcPts val="1701"/>
              </a:lnSpc>
            </a:pPr>
            <a:endParaRPr lang="en-US" sz="1215" dirty="0">
              <a:solidFill>
                <a:srgbClr val="000000"/>
              </a:solidFill>
              <a:latin typeface="Aller 2"/>
              <a:ea typeface="Aller 2"/>
              <a:cs typeface="Aller 2"/>
              <a:sym typeface="Aller 2"/>
            </a:endParaRP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[OUR_APPROACH_BULLET1_MAXCHAR(65)]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[OUR_APPROACH_BULLET2_MAXCHAR(65)]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[OUR_APPROACH_BULLET3_MAXCHAR(65)]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[OUR_APPROACH_BULLET4_MAXCHAR(65)]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[OUR_APPROACH_BULLET5_MAXCHAR(65)]</a:t>
            </a:r>
          </a:p>
          <a:p>
            <a:pPr algn="l">
              <a:lnSpc>
                <a:spcPts val="1701"/>
              </a:lnSpc>
            </a:pPr>
            <a:endParaRPr lang="en-US" sz="1215" dirty="0">
              <a:solidFill>
                <a:srgbClr val="000000"/>
              </a:solidFill>
              <a:latin typeface="Aller 2"/>
              <a:ea typeface="Aller 2"/>
              <a:cs typeface="Aller 2"/>
              <a:sym typeface="Aller 2"/>
            </a:endParaRPr>
          </a:p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[OUR_APPROACH_PLACEHOLDER_2_MAXCHAR(320)]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56203" y="5866967"/>
            <a:ext cx="3491317" cy="210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 b="1" u="none" strike="noStrik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Our Approach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276212" y="368012"/>
            <a:ext cx="2202987" cy="219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4"/>
              </a:lnSpc>
            </a:pPr>
            <a:r>
              <a:rPr lang="en-US" sz="1267">
                <a:solidFill>
                  <a:srgbClr val="FFFFFF"/>
                </a:solidFill>
                <a:latin typeface="Aller 1"/>
                <a:ea typeface="Aller 1"/>
                <a:cs typeface="Aller 1"/>
                <a:sym typeface="Aller 1"/>
              </a:rPr>
              <a:t>Case Study</a:t>
            </a:r>
          </a:p>
        </p:txBody>
      </p:sp>
      <p:sp>
        <p:nvSpPr>
          <p:cNvPr id="44" name="Freeform 44"/>
          <p:cNvSpPr/>
          <p:nvPr/>
        </p:nvSpPr>
        <p:spPr>
          <a:xfrm>
            <a:off x="5158800" y="2106000"/>
            <a:ext cx="1573729" cy="320400"/>
          </a:xfrm>
          <a:custGeom>
            <a:avLst/>
            <a:gdLst/>
            <a:ahLst/>
            <a:cxnLst/>
            <a:rect l="l" t="t" r="r" b="b"/>
            <a:pathLst>
              <a:path w="1573729" h="320400">
                <a:moveTo>
                  <a:pt x="0" y="0"/>
                </a:moveTo>
                <a:lnTo>
                  <a:pt x="1573729" y="0"/>
                </a:lnTo>
                <a:lnTo>
                  <a:pt x="1573729" y="320400"/>
                </a:lnTo>
                <a:lnTo>
                  <a:pt x="0" y="320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14774" y="311575"/>
            <a:ext cx="1609264" cy="361187"/>
            <a:chOff x="0" y="0"/>
            <a:chExt cx="1228212" cy="27566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28212" cy="275663"/>
            </a:xfrm>
            <a:custGeom>
              <a:avLst/>
              <a:gdLst/>
              <a:ahLst/>
              <a:cxnLst/>
              <a:rect l="l" t="t" r="r" b="b"/>
              <a:pathLst>
                <a:path w="1228212" h="275663">
                  <a:moveTo>
                    <a:pt x="25257" y="0"/>
                  </a:moveTo>
                  <a:lnTo>
                    <a:pt x="1202955" y="0"/>
                  </a:lnTo>
                  <a:cubicBezTo>
                    <a:pt x="1216904" y="0"/>
                    <a:pt x="1228212" y="11308"/>
                    <a:pt x="1228212" y="25257"/>
                  </a:cubicBezTo>
                  <a:lnTo>
                    <a:pt x="1228212" y="250406"/>
                  </a:lnTo>
                  <a:cubicBezTo>
                    <a:pt x="1228212" y="264355"/>
                    <a:pt x="1216904" y="275663"/>
                    <a:pt x="1202955" y="275663"/>
                  </a:cubicBezTo>
                  <a:lnTo>
                    <a:pt x="25257" y="275663"/>
                  </a:lnTo>
                  <a:cubicBezTo>
                    <a:pt x="11308" y="275663"/>
                    <a:pt x="0" y="264355"/>
                    <a:pt x="0" y="250406"/>
                  </a:cubicBezTo>
                  <a:lnTo>
                    <a:pt x="0" y="25257"/>
                  </a:lnTo>
                  <a:cubicBezTo>
                    <a:pt x="0" y="11308"/>
                    <a:pt x="11308" y="0"/>
                    <a:pt x="25257" y="0"/>
                  </a:cubicBezTo>
                  <a:close/>
                </a:path>
              </a:pathLst>
            </a:custGeom>
            <a:solidFill>
              <a:srgbClr val="0DA955"/>
            </a:solidFill>
            <a:ln w="9525" cap="sq">
              <a:solidFill>
                <a:srgbClr val="ECECEC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1228212" cy="26613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42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718546">
            <a:off x="6431855" y="9584657"/>
            <a:ext cx="1056554" cy="907976"/>
            <a:chOff x="0" y="0"/>
            <a:chExt cx="812800" cy="698500"/>
          </a:xfrm>
        </p:grpSpPr>
        <p:sp>
          <p:nvSpPr>
            <p:cNvPr id="6" name="Freeform 6"/>
            <p:cNvSpPr/>
            <p:nvPr/>
          </p:nvSpPr>
          <p:spPr>
            <a:xfrm>
              <a:off x="4447" y="0"/>
              <a:ext cx="803906" cy="698500"/>
            </a:xfrm>
            <a:custGeom>
              <a:avLst/>
              <a:gdLst/>
              <a:ahLst/>
              <a:cxnLst/>
              <a:rect l="l" t="t" r="r" b="b"/>
              <a:pathLst>
                <a:path w="803906" h="698500">
                  <a:moveTo>
                    <a:pt x="800062" y="363500"/>
                  </a:moveTo>
                  <a:lnTo>
                    <a:pt x="613444" y="684250"/>
                  </a:lnTo>
                  <a:cubicBezTo>
                    <a:pt x="608311" y="693072"/>
                    <a:pt x="598873" y="698500"/>
                    <a:pt x="588666" y="698500"/>
                  </a:cubicBezTo>
                  <a:lnTo>
                    <a:pt x="215240" y="698500"/>
                  </a:lnTo>
                  <a:cubicBezTo>
                    <a:pt x="205033" y="698500"/>
                    <a:pt x="195595" y="693072"/>
                    <a:pt x="190462" y="684250"/>
                  </a:cubicBezTo>
                  <a:lnTo>
                    <a:pt x="3844" y="363500"/>
                  </a:lnTo>
                  <a:cubicBezTo>
                    <a:pt x="-1281" y="354691"/>
                    <a:pt x="-1281" y="343809"/>
                    <a:pt x="3844" y="335000"/>
                  </a:cubicBezTo>
                  <a:lnTo>
                    <a:pt x="190462" y="14250"/>
                  </a:lnTo>
                  <a:cubicBezTo>
                    <a:pt x="195595" y="5428"/>
                    <a:pt x="205033" y="0"/>
                    <a:pt x="215240" y="0"/>
                  </a:cubicBezTo>
                  <a:lnTo>
                    <a:pt x="588666" y="0"/>
                  </a:lnTo>
                  <a:cubicBezTo>
                    <a:pt x="598873" y="0"/>
                    <a:pt x="608311" y="5428"/>
                    <a:pt x="613444" y="14250"/>
                  </a:cubicBezTo>
                  <a:lnTo>
                    <a:pt x="800062" y="335000"/>
                  </a:lnTo>
                  <a:cubicBezTo>
                    <a:pt x="805187" y="343809"/>
                    <a:pt x="805187" y="354691"/>
                    <a:pt x="800062" y="363500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484334" y="3010550"/>
            <a:ext cx="6641450" cy="323771"/>
          </a:xfrm>
          <a:custGeom>
            <a:avLst/>
            <a:gdLst/>
            <a:ahLst/>
            <a:cxnLst/>
            <a:rect l="l" t="t" r="r" b="b"/>
            <a:pathLst>
              <a:path w="6641450" h="323771">
                <a:moveTo>
                  <a:pt x="0" y="0"/>
                </a:moveTo>
                <a:lnTo>
                  <a:pt x="6641450" y="0"/>
                </a:lnTo>
                <a:lnTo>
                  <a:pt x="6641450" y="323771"/>
                </a:lnTo>
                <a:lnTo>
                  <a:pt x="0" y="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422730" y="10038645"/>
            <a:ext cx="6714540" cy="327334"/>
          </a:xfrm>
          <a:custGeom>
            <a:avLst/>
            <a:gdLst/>
            <a:ahLst/>
            <a:cxnLst/>
            <a:rect l="l" t="t" r="r" b="b"/>
            <a:pathLst>
              <a:path w="6714540" h="327334">
                <a:moveTo>
                  <a:pt x="0" y="0"/>
                </a:moveTo>
                <a:lnTo>
                  <a:pt x="6714540" y="0"/>
                </a:lnTo>
                <a:lnTo>
                  <a:pt x="6714540" y="327334"/>
                </a:lnTo>
                <a:lnTo>
                  <a:pt x="0" y="327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Freeform 10"/>
          <p:cNvSpPr/>
          <p:nvPr/>
        </p:nvSpPr>
        <p:spPr>
          <a:xfrm>
            <a:off x="389845" y="2950340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Freeform 11"/>
          <p:cNvSpPr/>
          <p:nvPr/>
        </p:nvSpPr>
        <p:spPr>
          <a:xfrm rot="-10800000">
            <a:off x="473200" y="745279"/>
            <a:ext cx="6688695" cy="326074"/>
          </a:xfrm>
          <a:custGeom>
            <a:avLst/>
            <a:gdLst/>
            <a:ahLst/>
            <a:cxnLst/>
            <a:rect l="l" t="t" r="r" b="b"/>
            <a:pathLst>
              <a:path w="6688695" h="326074">
                <a:moveTo>
                  <a:pt x="0" y="0"/>
                </a:moveTo>
                <a:lnTo>
                  <a:pt x="6688695" y="0"/>
                </a:lnTo>
                <a:lnTo>
                  <a:pt x="6688695" y="326074"/>
                </a:lnTo>
                <a:lnTo>
                  <a:pt x="0" y="3260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Freeform 12"/>
          <p:cNvSpPr/>
          <p:nvPr/>
        </p:nvSpPr>
        <p:spPr>
          <a:xfrm rot="-3908437">
            <a:off x="-115542" y="1713276"/>
            <a:ext cx="1076545" cy="1179073"/>
          </a:xfrm>
          <a:custGeom>
            <a:avLst/>
            <a:gdLst/>
            <a:ahLst/>
            <a:cxnLst/>
            <a:rect l="l" t="t" r="r" b="b"/>
            <a:pathLst>
              <a:path w="1076545" h="1179073">
                <a:moveTo>
                  <a:pt x="0" y="0"/>
                </a:moveTo>
                <a:lnTo>
                  <a:pt x="1076544" y="0"/>
                </a:lnTo>
                <a:lnTo>
                  <a:pt x="1076544" y="1179072"/>
                </a:lnTo>
                <a:lnTo>
                  <a:pt x="0" y="11790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3" name="Group 13"/>
          <p:cNvGrpSpPr/>
          <p:nvPr/>
        </p:nvGrpSpPr>
        <p:grpSpPr>
          <a:xfrm>
            <a:off x="452922" y="971565"/>
            <a:ext cx="6672863" cy="2181759"/>
            <a:chOff x="0" y="0"/>
            <a:chExt cx="5092820" cy="166514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092820" cy="1665148"/>
            </a:xfrm>
            <a:custGeom>
              <a:avLst/>
              <a:gdLst/>
              <a:ahLst/>
              <a:cxnLst/>
              <a:rect l="l" t="t" r="r" b="b"/>
              <a:pathLst>
                <a:path w="5092820" h="1665148">
                  <a:moveTo>
                    <a:pt x="16243" y="0"/>
                  </a:moveTo>
                  <a:lnTo>
                    <a:pt x="5076577" y="0"/>
                  </a:lnTo>
                  <a:cubicBezTo>
                    <a:pt x="5080885" y="0"/>
                    <a:pt x="5085016" y="1711"/>
                    <a:pt x="5088062" y="4757"/>
                  </a:cubicBezTo>
                  <a:cubicBezTo>
                    <a:pt x="5091109" y="7804"/>
                    <a:pt x="5092820" y="11935"/>
                    <a:pt x="5092820" y="16243"/>
                  </a:cubicBezTo>
                  <a:lnTo>
                    <a:pt x="5092820" y="1648905"/>
                  </a:lnTo>
                  <a:cubicBezTo>
                    <a:pt x="5092820" y="1653213"/>
                    <a:pt x="5091109" y="1657345"/>
                    <a:pt x="5088062" y="1660391"/>
                  </a:cubicBezTo>
                  <a:cubicBezTo>
                    <a:pt x="5085016" y="1663437"/>
                    <a:pt x="5080885" y="1665148"/>
                    <a:pt x="5076577" y="1665148"/>
                  </a:cubicBezTo>
                  <a:lnTo>
                    <a:pt x="16243" y="1665148"/>
                  </a:lnTo>
                  <a:cubicBezTo>
                    <a:pt x="11935" y="1665148"/>
                    <a:pt x="7804" y="1663437"/>
                    <a:pt x="4757" y="1660391"/>
                  </a:cubicBezTo>
                  <a:cubicBezTo>
                    <a:pt x="1711" y="1657345"/>
                    <a:pt x="0" y="1653213"/>
                    <a:pt x="0" y="1648905"/>
                  </a:cubicBezTo>
                  <a:lnTo>
                    <a:pt x="0" y="16243"/>
                  </a:lnTo>
                  <a:cubicBezTo>
                    <a:pt x="0" y="11935"/>
                    <a:pt x="1711" y="7804"/>
                    <a:pt x="4757" y="4757"/>
                  </a:cubicBezTo>
                  <a:cubicBezTo>
                    <a:pt x="7804" y="1711"/>
                    <a:pt x="11935" y="0"/>
                    <a:pt x="16243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092820" cy="1674673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2922" y="7119319"/>
            <a:ext cx="6661729" cy="2295447"/>
            <a:chOff x="0" y="0"/>
            <a:chExt cx="5084322" cy="175191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084322" cy="1751917"/>
            </a:xfrm>
            <a:custGeom>
              <a:avLst/>
              <a:gdLst/>
              <a:ahLst/>
              <a:cxnLst/>
              <a:rect l="l" t="t" r="r" b="b"/>
              <a:pathLst>
                <a:path w="5084322" h="1751917">
                  <a:moveTo>
                    <a:pt x="16270" y="0"/>
                  </a:moveTo>
                  <a:lnTo>
                    <a:pt x="5068052" y="0"/>
                  </a:lnTo>
                  <a:cubicBezTo>
                    <a:pt x="5077038" y="0"/>
                    <a:pt x="5084322" y="7284"/>
                    <a:pt x="5084322" y="16270"/>
                  </a:cubicBezTo>
                  <a:lnTo>
                    <a:pt x="5084322" y="1735646"/>
                  </a:lnTo>
                  <a:cubicBezTo>
                    <a:pt x="5084322" y="1744632"/>
                    <a:pt x="5077038" y="1751917"/>
                    <a:pt x="5068052" y="1751917"/>
                  </a:cubicBezTo>
                  <a:lnTo>
                    <a:pt x="16270" y="1751917"/>
                  </a:lnTo>
                  <a:cubicBezTo>
                    <a:pt x="7284" y="1751917"/>
                    <a:pt x="0" y="1744632"/>
                    <a:pt x="0" y="1735646"/>
                  </a:cubicBezTo>
                  <a:lnTo>
                    <a:pt x="0" y="16270"/>
                  </a:lnTo>
                  <a:cubicBezTo>
                    <a:pt x="0" y="7284"/>
                    <a:pt x="7284" y="0"/>
                    <a:pt x="16270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5084322" cy="1761442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5908336" y="1980904"/>
            <a:ext cx="1012425" cy="1012425"/>
          </a:xfrm>
          <a:custGeom>
            <a:avLst/>
            <a:gdLst/>
            <a:ahLst/>
            <a:cxnLst/>
            <a:rect l="l" t="t" r="r" b="b"/>
            <a:pathLst>
              <a:path w="1012425" h="1012425">
                <a:moveTo>
                  <a:pt x="0" y="0"/>
                </a:moveTo>
                <a:lnTo>
                  <a:pt x="1012425" y="0"/>
                </a:lnTo>
                <a:lnTo>
                  <a:pt x="1012425" y="1012425"/>
                </a:lnTo>
                <a:lnTo>
                  <a:pt x="0" y="10124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0" name="Freeform 20"/>
          <p:cNvSpPr/>
          <p:nvPr/>
        </p:nvSpPr>
        <p:spPr>
          <a:xfrm>
            <a:off x="4542802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2" y="0"/>
                </a:lnTo>
                <a:lnTo>
                  <a:pt x="130522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1" name="Freeform 21"/>
          <p:cNvSpPr/>
          <p:nvPr/>
        </p:nvSpPr>
        <p:spPr>
          <a:xfrm>
            <a:off x="2894336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1" y="0"/>
                </a:lnTo>
                <a:lnTo>
                  <a:pt x="130521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2" name="Freeform 22"/>
          <p:cNvSpPr/>
          <p:nvPr/>
        </p:nvSpPr>
        <p:spPr>
          <a:xfrm>
            <a:off x="450000" y="255600"/>
            <a:ext cx="1426461" cy="414000"/>
          </a:xfrm>
          <a:custGeom>
            <a:avLst/>
            <a:gdLst/>
            <a:ahLst/>
            <a:cxnLst/>
            <a:rect l="l" t="t" r="r" b="b"/>
            <a:pathLst>
              <a:path w="1426461" h="414000">
                <a:moveTo>
                  <a:pt x="0" y="0"/>
                </a:moveTo>
                <a:lnTo>
                  <a:pt x="1426461" y="0"/>
                </a:lnTo>
                <a:lnTo>
                  <a:pt x="1426461" y="414000"/>
                </a:lnTo>
                <a:lnTo>
                  <a:pt x="0" y="414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384"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23" name="Group 23"/>
          <p:cNvGrpSpPr/>
          <p:nvPr/>
        </p:nvGrpSpPr>
        <p:grpSpPr>
          <a:xfrm>
            <a:off x="447213" y="4298805"/>
            <a:ext cx="6645513" cy="481115"/>
            <a:chOff x="0" y="0"/>
            <a:chExt cx="8860685" cy="641487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0DA955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163776" y="113807"/>
              <a:ext cx="426079" cy="426079"/>
            </a:xfrm>
            <a:custGeom>
              <a:avLst/>
              <a:gdLst/>
              <a:ahLst/>
              <a:cxnLst/>
              <a:rect l="l" t="t" r="r" b="b"/>
              <a:pathLst>
                <a:path w="426079" h="426079">
                  <a:moveTo>
                    <a:pt x="0" y="0"/>
                  </a:moveTo>
                  <a:lnTo>
                    <a:pt x="426079" y="0"/>
                  </a:lnTo>
                  <a:lnTo>
                    <a:pt x="426079" y="426080"/>
                  </a:lnTo>
                  <a:lnTo>
                    <a:pt x="0" y="426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5545" y="56837"/>
              <a:ext cx="7895140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[RESULTS_DELIVERED_ITEM_1_MAXCHAR(130)]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6230" y="1292006"/>
            <a:ext cx="2307762" cy="210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8"/>
              </a:lnSpc>
            </a:pPr>
            <a:r>
              <a:rPr lang="en-US" sz="1522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Key Challenges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4451" y="1552349"/>
            <a:ext cx="6069549" cy="207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[KEY_CHALLENGES_PLACEHOLDER_MAXCHAR(475)]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47213" y="3606003"/>
            <a:ext cx="6652584" cy="207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[RESULTS_DELIVERED_PLACEHOLDER_MAXCHAR(140)]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450390" y="4935495"/>
            <a:ext cx="6636769" cy="481115"/>
            <a:chOff x="0" y="0"/>
            <a:chExt cx="8849024" cy="641487"/>
          </a:xfrm>
        </p:grpSpPr>
        <p:grpSp>
          <p:nvGrpSpPr>
            <p:cNvPr id="33" name="Group 33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0DA955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127507" y="82394"/>
              <a:ext cx="491443" cy="476699"/>
            </a:xfrm>
            <a:custGeom>
              <a:avLst/>
              <a:gdLst/>
              <a:ahLst/>
              <a:cxnLst/>
              <a:rect l="l" t="t" r="r" b="b"/>
              <a:pathLst>
                <a:path w="491443" h="476699">
                  <a:moveTo>
                    <a:pt x="0" y="0"/>
                  </a:moveTo>
                  <a:lnTo>
                    <a:pt x="491443" y="0"/>
                  </a:lnTo>
                  <a:lnTo>
                    <a:pt x="491443" y="476699"/>
                  </a:lnTo>
                  <a:lnTo>
                    <a:pt x="0" y="476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885" y="73837"/>
              <a:ext cx="7895139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[RESULTS_DELIVERED_ITEM_2_MAXCHAR(130)]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47213" y="5610520"/>
            <a:ext cx="6649311" cy="481115"/>
            <a:chOff x="0" y="0"/>
            <a:chExt cx="8865749" cy="641487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0DA955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42" name="Freeform 42"/>
            <p:cNvSpPr/>
            <p:nvPr/>
          </p:nvSpPr>
          <p:spPr>
            <a:xfrm>
              <a:off x="199150" y="95250"/>
              <a:ext cx="405324" cy="450987"/>
            </a:xfrm>
            <a:custGeom>
              <a:avLst/>
              <a:gdLst/>
              <a:ahLst/>
              <a:cxnLst/>
              <a:rect l="l" t="t" r="r" b="b"/>
              <a:pathLst>
                <a:path w="405324" h="450987">
                  <a:moveTo>
                    <a:pt x="0" y="0"/>
                  </a:moveTo>
                  <a:lnTo>
                    <a:pt x="405324" y="0"/>
                  </a:lnTo>
                  <a:lnTo>
                    <a:pt x="405324" y="450987"/>
                  </a:lnTo>
                  <a:lnTo>
                    <a:pt x="0" y="4509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65545" y="73837"/>
              <a:ext cx="7900204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[RESULTS_DELIVERED_ITEM_3_MAXCHAR(130)]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44822" y="6285545"/>
            <a:ext cx="6644728" cy="481115"/>
            <a:chOff x="0" y="0"/>
            <a:chExt cx="8859636" cy="641487"/>
          </a:xfrm>
        </p:grpSpPr>
        <p:grpSp>
          <p:nvGrpSpPr>
            <p:cNvPr id="45" name="Group 45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0DA955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48" name="Freeform 48"/>
            <p:cNvSpPr/>
            <p:nvPr/>
          </p:nvSpPr>
          <p:spPr>
            <a:xfrm>
              <a:off x="162726" y="119421"/>
              <a:ext cx="440652" cy="402646"/>
            </a:xfrm>
            <a:custGeom>
              <a:avLst/>
              <a:gdLst/>
              <a:ahLst/>
              <a:cxnLst/>
              <a:rect l="l" t="t" r="r" b="b"/>
              <a:pathLst>
                <a:path w="440652" h="402646">
                  <a:moveTo>
                    <a:pt x="0" y="0"/>
                  </a:moveTo>
                  <a:lnTo>
                    <a:pt x="440652" y="0"/>
                  </a:lnTo>
                  <a:lnTo>
                    <a:pt x="440652" y="402645"/>
                  </a:lnTo>
                  <a:lnTo>
                    <a:pt x="0" y="4026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4497" y="73837"/>
              <a:ext cx="7895139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[RESULTS_DELIVERED_ITEM_4_MAXCHAR(130)]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447213" y="3372421"/>
            <a:ext cx="3491317" cy="210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Res</a:t>
            </a:r>
            <a:r>
              <a:rPr lang="en-US" sz="1521" b="1" u="none" strike="noStrik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ults Delivered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07472" y="7340618"/>
            <a:ext cx="3491317" cy="209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Results at a Glance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240212" y="368012"/>
            <a:ext cx="2202987" cy="219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4"/>
              </a:lnSpc>
            </a:pPr>
            <a:r>
              <a:rPr lang="en-US" sz="1267">
                <a:solidFill>
                  <a:srgbClr val="FFFFFF"/>
                </a:solidFill>
                <a:latin typeface="Aller 1"/>
                <a:ea typeface="Aller 1"/>
                <a:cs typeface="Aller 1"/>
                <a:sym typeface="Aller 1"/>
              </a:rPr>
              <a:t>Case Study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463820" y="10313488"/>
            <a:ext cx="2495776" cy="241569"/>
            <a:chOff x="0" y="0"/>
            <a:chExt cx="3327702" cy="322092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308606" cy="322092"/>
            </a:xfrm>
            <a:custGeom>
              <a:avLst/>
              <a:gdLst/>
              <a:ahLst/>
              <a:cxnLst/>
              <a:rect l="l" t="t" r="r" b="b"/>
              <a:pathLst>
                <a:path w="308606" h="322092">
                  <a:moveTo>
                    <a:pt x="0" y="0"/>
                  </a:moveTo>
                  <a:lnTo>
                    <a:pt x="308606" y="0"/>
                  </a:lnTo>
                  <a:lnTo>
                    <a:pt x="308606" y="322092"/>
                  </a:lnTo>
                  <a:lnTo>
                    <a:pt x="0" y="322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r="-139499"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90385" y="45518"/>
              <a:ext cx="2937316" cy="213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99"/>
                </a:lnSpc>
              </a:pPr>
              <a:r>
                <a:rPr lang="en-US" sz="999">
                  <a:solidFill>
                    <a:srgbClr val="084792"/>
                  </a:solidFill>
                  <a:latin typeface="Aller 1"/>
                  <a:ea typeface="Aller 1"/>
                  <a:cs typeface="Aller 1"/>
                  <a:sym typeface="Aller 1"/>
                  <a:hlinkClick r:id="rId12" tooltip="https://www.squareoneresources.com"/>
                </a:rPr>
                <a:t>squareoneresources.com</a:t>
              </a:r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841169" y="7628038"/>
            <a:ext cx="6194723" cy="15878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[RESULTS_GLANCE_BULLET_1_MAXCHAR(63)]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[RESULTS_GLANCE_BULLET_2_MAXCHAR(63)]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[RESULTS_GLANCE_BULLET_3_MAXCHAR(63)]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[RESULTS_GLANCE_BULLET_4_MAXCHAR(63)]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[RESULTS_GLANCE_BULLET_5_MAXCHAR(63)]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[RESULTS_GLANCE_BULLET_6_MAXCHAR(63)]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275</Words>
  <Application>Microsoft Office PowerPoint</Application>
  <PresentationFormat>Custom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Aller 1</vt:lpstr>
      <vt:lpstr>Aller 2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Template - Life Science</dc:title>
  <cp:lastModifiedBy>Danny Cater</cp:lastModifiedBy>
  <cp:revision>1</cp:revision>
  <cp:lastPrinted>2026-06-11T14:15:35Z</cp:lastPrinted>
  <dcterms:created xsi:type="dcterms:W3CDTF">2006-08-16T00:00:00Z</dcterms:created>
  <dcterms:modified xsi:type="dcterms:W3CDTF">2026-06-11T14:27:43Z</dcterms:modified>
  <dc:identifier>DAHMQ_-hhXI</dc:identifier>
</cp:coreProperties>
</file>