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795000"/>
  <p:notesSz cx="6858000" cy="9144000"/>
  <p:embeddedFontLst>
    <p:embeddedFont>
      <p:font typeface="Aller 1" charset="1" panose="02000803040000020004"/>
      <p:regular r:id="rId8"/>
    </p:embeddedFont>
    <p:embeddedFont>
      <p:font typeface="Aller 2" charset="1" panose="0200050303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https://www.squareoneresources.com" TargetMode="External" Type="http://schemas.openxmlformats.org/officeDocument/2006/relationships/hyperlink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10.png" Type="http://schemas.openxmlformats.org/officeDocument/2006/relationships/image"/><Relationship Id="rId19" Target="https://www.squareoneresources.com" TargetMode="External" Type="http://schemas.openxmlformats.org/officeDocument/2006/relationships/hyperlink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000" y="255600"/>
            <a:ext cx="1426461" cy="414000"/>
          </a:xfrm>
          <a:custGeom>
            <a:avLst/>
            <a:gdLst/>
            <a:ahLst/>
            <a:cxnLst/>
            <a:rect r="r" b="b" t="t" l="l"/>
            <a:pathLst>
              <a:path h="414000" w="1426461">
                <a:moveTo>
                  <a:pt x="0" y="0"/>
                </a:moveTo>
                <a:lnTo>
                  <a:pt x="1426461" y="0"/>
                </a:lnTo>
                <a:lnTo>
                  <a:pt x="1426461" y="414000"/>
                </a:lnTo>
                <a:lnTo>
                  <a:pt x="0" y="41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463820" y="597181"/>
            <a:ext cx="6732218" cy="328196"/>
          </a:xfrm>
          <a:custGeom>
            <a:avLst/>
            <a:gdLst/>
            <a:ahLst/>
            <a:cxnLst/>
            <a:rect r="r" b="b" t="t" l="l"/>
            <a:pathLst>
              <a:path h="328196" w="6732218">
                <a:moveTo>
                  <a:pt x="0" y="0"/>
                </a:moveTo>
                <a:lnTo>
                  <a:pt x="6732218" y="0"/>
                </a:lnTo>
                <a:lnTo>
                  <a:pt x="6732218" y="328196"/>
                </a:lnTo>
                <a:lnTo>
                  <a:pt x="0" y="32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451176" y="5373942"/>
            <a:ext cx="6663475" cy="324844"/>
          </a:xfrm>
          <a:custGeom>
            <a:avLst/>
            <a:gdLst/>
            <a:ahLst/>
            <a:cxnLst/>
            <a:rect r="r" b="b" t="t" l="l"/>
            <a:pathLst>
              <a:path h="324844" w="6663475">
                <a:moveTo>
                  <a:pt x="0" y="0"/>
                </a:moveTo>
                <a:lnTo>
                  <a:pt x="6663474" y="0"/>
                </a:lnTo>
                <a:lnTo>
                  <a:pt x="6663474" y="324845"/>
                </a:lnTo>
                <a:lnTo>
                  <a:pt x="0" y="324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1305432">
            <a:off x="2890163" y="695222"/>
            <a:ext cx="1056554" cy="90797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447" y="0"/>
              <a:ext cx="803906" cy="698500"/>
            </a:xfrm>
            <a:custGeom>
              <a:avLst/>
              <a:gdLst/>
              <a:ahLst/>
              <a:cxnLst/>
              <a:rect r="r" b="b" t="t" l="l"/>
              <a:pathLst>
                <a:path h="698500" w="803906">
                  <a:moveTo>
                    <a:pt x="800062" y="363500"/>
                  </a:moveTo>
                  <a:lnTo>
                    <a:pt x="613444" y="684250"/>
                  </a:lnTo>
                  <a:cubicBezTo>
                    <a:pt x="608311" y="693072"/>
                    <a:pt x="598873" y="698500"/>
                    <a:pt x="588666" y="698500"/>
                  </a:cubicBezTo>
                  <a:lnTo>
                    <a:pt x="215240" y="698500"/>
                  </a:lnTo>
                  <a:cubicBezTo>
                    <a:pt x="205033" y="698500"/>
                    <a:pt x="195595" y="693072"/>
                    <a:pt x="190462" y="684250"/>
                  </a:cubicBezTo>
                  <a:lnTo>
                    <a:pt x="3844" y="363500"/>
                  </a:lnTo>
                  <a:cubicBezTo>
                    <a:pt x="-1281" y="354691"/>
                    <a:pt x="-1281" y="343809"/>
                    <a:pt x="3844" y="335000"/>
                  </a:cubicBezTo>
                  <a:lnTo>
                    <a:pt x="190462" y="14250"/>
                  </a:lnTo>
                  <a:cubicBezTo>
                    <a:pt x="195595" y="5428"/>
                    <a:pt x="205033" y="0"/>
                    <a:pt x="215240" y="0"/>
                  </a:cubicBezTo>
                  <a:lnTo>
                    <a:pt x="588666" y="0"/>
                  </a:lnTo>
                  <a:cubicBezTo>
                    <a:pt x="598873" y="0"/>
                    <a:pt x="608311" y="5428"/>
                    <a:pt x="613444" y="14250"/>
                  </a:cubicBezTo>
                  <a:lnTo>
                    <a:pt x="800062" y="335000"/>
                  </a:lnTo>
                  <a:cubicBezTo>
                    <a:pt x="805187" y="343809"/>
                    <a:pt x="805187" y="354691"/>
                    <a:pt x="800062" y="3635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421363">
            <a:off x="6898931" y="1330500"/>
            <a:ext cx="594215" cy="650807"/>
          </a:xfrm>
          <a:custGeom>
            <a:avLst/>
            <a:gdLst/>
            <a:ahLst/>
            <a:cxnLst/>
            <a:rect r="r" b="b" t="t" l="l"/>
            <a:pathLst>
              <a:path h="650807" w="594215">
                <a:moveTo>
                  <a:pt x="0" y="0"/>
                </a:moveTo>
                <a:lnTo>
                  <a:pt x="594215" y="0"/>
                </a:lnTo>
                <a:lnTo>
                  <a:pt x="594215" y="650807"/>
                </a:lnTo>
                <a:lnTo>
                  <a:pt x="0" y="650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5595" y="3365492"/>
            <a:ext cx="6735939" cy="328377"/>
          </a:xfrm>
          <a:custGeom>
            <a:avLst/>
            <a:gdLst/>
            <a:ahLst/>
            <a:cxnLst/>
            <a:rect r="r" b="b" t="t" l="l"/>
            <a:pathLst>
              <a:path h="328377" w="6735939">
                <a:moveTo>
                  <a:pt x="0" y="0"/>
                </a:moveTo>
                <a:lnTo>
                  <a:pt x="6735939" y="0"/>
                </a:lnTo>
                <a:lnTo>
                  <a:pt x="6735939" y="328377"/>
                </a:lnTo>
                <a:lnTo>
                  <a:pt x="0" y="328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51176" y="1057705"/>
            <a:ext cx="6663475" cy="2398716"/>
            <a:chOff x="0" y="0"/>
            <a:chExt cx="5085655" cy="18307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5655" cy="1830733"/>
            </a:xfrm>
            <a:custGeom>
              <a:avLst/>
              <a:gdLst/>
              <a:ahLst/>
              <a:cxnLst/>
              <a:rect r="r" b="b" t="t" l="l"/>
              <a:pathLst>
                <a:path h="1830733" w="5085655">
                  <a:moveTo>
                    <a:pt x="6100" y="0"/>
                  </a:moveTo>
                  <a:lnTo>
                    <a:pt x="5079555" y="0"/>
                  </a:lnTo>
                  <a:cubicBezTo>
                    <a:pt x="5082924" y="0"/>
                    <a:pt x="5085655" y="2731"/>
                    <a:pt x="5085655" y="6100"/>
                  </a:cubicBezTo>
                  <a:lnTo>
                    <a:pt x="5085655" y="1824633"/>
                  </a:lnTo>
                  <a:cubicBezTo>
                    <a:pt x="5085655" y="1826251"/>
                    <a:pt x="5085012" y="1827803"/>
                    <a:pt x="5083868" y="1828947"/>
                  </a:cubicBezTo>
                  <a:cubicBezTo>
                    <a:pt x="5082724" y="1830090"/>
                    <a:pt x="5081173" y="1830733"/>
                    <a:pt x="5079555" y="1830733"/>
                  </a:cubicBezTo>
                  <a:lnTo>
                    <a:pt x="6100" y="1830733"/>
                  </a:lnTo>
                  <a:cubicBezTo>
                    <a:pt x="4482" y="1830733"/>
                    <a:pt x="2930" y="1830090"/>
                    <a:pt x="1787" y="1828947"/>
                  </a:cubicBezTo>
                  <a:cubicBezTo>
                    <a:pt x="643" y="1827803"/>
                    <a:pt x="0" y="1826251"/>
                    <a:pt x="0" y="1824633"/>
                  </a:cubicBezTo>
                  <a:lnTo>
                    <a:pt x="0" y="6100"/>
                  </a:lnTo>
                  <a:cubicBezTo>
                    <a:pt x="0" y="4482"/>
                    <a:pt x="643" y="2930"/>
                    <a:pt x="1787" y="1787"/>
                  </a:cubicBezTo>
                  <a:cubicBezTo>
                    <a:pt x="2930" y="643"/>
                    <a:pt x="4482" y="0"/>
                    <a:pt x="61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085655" cy="1840258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1176" y="848780"/>
            <a:ext cx="6663475" cy="1486413"/>
            <a:chOff x="0" y="0"/>
            <a:chExt cx="3005068" cy="670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05068" cy="670337"/>
            </a:xfrm>
            <a:custGeom>
              <a:avLst/>
              <a:gdLst/>
              <a:ahLst/>
              <a:cxnLst/>
              <a:rect r="r" b="b" t="t" l="l"/>
              <a:pathLst>
                <a:path h="670337" w="3005068">
                  <a:moveTo>
                    <a:pt x="7842" y="0"/>
                  </a:moveTo>
                  <a:lnTo>
                    <a:pt x="2997225" y="0"/>
                  </a:lnTo>
                  <a:cubicBezTo>
                    <a:pt x="3001556" y="0"/>
                    <a:pt x="3005068" y="3511"/>
                    <a:pt x="3005068" y="7842"/>
                  </a:cubicBezTo>
                  <a:lnTo>
                    <a:pt x="3005068" y="662494"/>
                  </a:lnTo>
                  <a:cubicBezTo>
                    <a:pt x="3005068" y="666825"/>
                    <a:pt x="3001556" y="670337"/>
                    <a:pt x="2997225" y="670337"/>
                  </a:cubicBezTo>
                  <a:lnTo>
                    <a:pt x="7842" y="670337"/>
                  </a:lnTo>
                  <a:cubicBezTo>
                    <a:pt x="3511" y="670337"/>
                    <a:pt x="0" y="666825"/>
                    <a:pt x="0" y="662494"/>
                  </a:cubicBezTo>
                  <a:lnTo>
                    <a:pt x="0" y="7842"/>
                  </a:lnTo>
                  <a:cubicBezTo>
                    <a:pt x="0" y="3511"/>
                    <a:pt x="3511" y="0"/>
                    <a:pt x="784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94357" r="0" b="-10431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1176" y="2083612"/>
            <a:ext cx="6663475" cy="416395"/>
            <a:chOff x="0" y="0"/>
            <a:chExt cx="5085655" cy="317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5655" cy="317799"/>
            </a:xfrm>
            <a:custGeom>
              <a:avLst/>
              <a:gdLst/>
              <a:ahLst/>
              <a:cxnLst/>
              <a:rect r="r" b="b" t="t" l="l"/>
              <a:pathLst>
                <a:path h="317799" w="5085655">
                  <a:moveTo>
                    <a:pt x="0" y="0"/>
                  </a:moveTo>
                  <a:lnTo>
                    <a:pt x="5085655" y="0"/>
                  </a:lnTo>
                  <a:lnTo>
                    <a:pt x="5085655" y="317799"/>
                  </a:lnTo>
                  <a:lnTo>
                    <a:pt x="0" y="317799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085655" cy="308274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86774" y="311575"/>
            <a:ext cx="1609264" cy="361187"/>
            <a:chOff x="0" y="0"/>
            <a:chExt cx="1228212" cy="2756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8212" cy="275663"/>
            </a:xfrm>
            <a:custGeom>
              <a:avLst/>
              <a:gdLst/>
              <a:ahLst/>
              <a:cxnLst/>
              <a:rect r="r" b="b" t="t" l="l"/>
              <a:pathLst>
                <a:path h="275663" w="1228212">
                  <a:moveTo>
                    <a:pt x="25257" y="0"/>
                  </a:moveTo>
                  <a:lnTo>
                    <a:pt x="1202955" y="0"/>
                  </a:lnTo>
                  <a:cubicBezTo>
                    <a:pt x="1216904" y="0"/>
                    <a:pt x="1228212" y="11308"/>
                    <a:pt x="1228212" y="25257"/>
                  </a:cubicBezTo>
                  <a:lnTo>
                    <a:pt x="1228212" y="250406"/>
                  </a:lnTo>
                  <a:cubicBezTo>
                    <a:pt x="1228212" y="264355"/>
                    <a:pt x="1216904" y="275663"/>
                    <a:pt x="1202955" y="275663"/>
                  </a:cubicBezTo>
                  <a:lnTo>
                    <a:pt x="25257" y="275663"/>
                  </a:lnTo>
                  <a:cubicBezTo>
                    <a:pt x="11308" y="275663"/>
                    <a:pt x="0" y="264355"/>
                    <a:pt x="0" y="250406"/>
                  </a:cubicBezTo>
                  <a:lnTo>
                    <a:pt x="0" y="25257"/>
                  </a:lnTo>
                  <a:cubicBezTo>
                    <a:pt x="0" y="11308"/>
                    <a:pt x="11308" y="0"/>
                    <a:pt x="25257" y="0"/>
                  </a:cubicBezTo>
                  <a:close/>
                </a:path>
              </a:pathLst>
            </a:custGeom>
            <a:solidFill>
              <a:srgbClr val="0DA955"/>
            </a:solidFill>
            <a:ln w="9525" cap="sq">
              <a:solidFill>
                <a:srgbClr val="ECECEC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228212" cy="266138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42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1718546">
            <a:off x="6516331" y="5330634"/>
            <a:ext cx="957482" cy="822836"/>
            <a:chOff x="0" y="0"/>
            <a:chExt cx="812800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07" y="0"/>
              <a:ext cx="802985" cy="698500"/>
            </a:xfrm>
            <a:custGeom>
              <a:avLst/>
              <a:gdLst/>
              <a:ahLst/>
              <a:cxnLst/>
              <a:rect r="r" b="b" t="t" l="l"/>
              <a:pathLst>
                <a:path h="698500" w="802985">
                  <a:moveTo>
                    <a:pt x="798744" y="364975"/>
                  </a:moveTo>
                  <a:lnTo>
                    <a:pt x="613842" y="682775"/>
                  </a:lnTo>
                  <a:cubicBezTo>
                    <a:pt x="608178" y="692511"/>
                    <a:pt x="597764" y="698500"/>
                    <a:pt x="586500" y="698500"/>
                  </a:cubicBezTo>
                  <a:lnTo>
                    <a:pt x="216486" y="698500"/>
                  </a:lnTo>
                  <a:cubicBezTo>
                    <a:pt x="205222" y="698500"/>
                    <a:pt x="194808" y="692511"/>
                    <a:pt x="189144" y="682775"/>
                  </a:cubicBezTo>
                  <a:lnTo>
                    <a:pt x="4242" y="364975"/>
                  </a:lnTo>
                  <a:cubicBezTo>
                    <a:pt x="-1414" y="355254"/>
                    <a:pt x="-1414" y="343246"/>
                    <a:pt x="4242" y="333525"/>
                  </a:cubicBezTo>
                  <a:lnTo>
                    <a:pt x="189144" y="15725"/>
                  </a:lnTo>
                  <a:cubicBezTo>
                    <a:pt x="194808" y="5989"/>
                    <a:pt x="205222" y="0"/>
                    <a:pt x="216486" y="0"/>
                  </a:cubicBezTo>
                  <a:lnTo>
                    <a:pt x="586500" y="0"/>
                  </a:lnTo>
                  <a:cubicBezTo>
                    <a:pt x="597764" y="0"/>
                    <a:pt x="608178" y="5989"/>
                    <a:pt x="613842" y="15725"/>
                  </a:cubicBezTo>
                  <a:lnTo>
                    <a:pt x="798744" y="333525"/>
                  </a:lnTo>
                  <a:cubicBezTo>
                    <a:pt x="804400" y="343246"/>
                    <a:pt x="804400" y="355254"/>
                    <a:pt x="798744" y="364975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85595" y="9715623"/>
            <a:ext cx="6735939" cy="328377"/>
          </a:xfrm>
          <a:custGeom>
            <a:avLst/>
            <a:gdLst/>
            <a:ahLst/>
            <a:cxnLst/>
            <a:rect r="r" b="b" t="t" l="l"/>
            <a:pathLst>
              <a:path h="328377" w="6735939">
                <a:moveTo>
                  <a:pt x="0" y="0"/>
                </a:moveTo>
                <a:lnTo>
                  <a:pt x="6735939" y="0"/>
                </a:lnTo>
                <a:lnTo>
                  <a:pt x="6735939" y="328377"/>
                </a:lnTo>
                <a:lnTo>
                  <a:pt x="0" y="3283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3908437">
            <a:off x="-59438" y="8152361"/>
            <a:ext cx="1076545" cy="1179073"/>
          </a:xfrm>
          <a:custGeom>
            <a:avLst/>
            <a:gdLst/>
            <a:ahLst/>
            <a:cxnLst/>
            <a:rect r="r" b="b" t="t" l="l"/>
            <a:pathLst>
              <a:path h="1179073" w="1076545">
                <a:moveTo>
                  <a:pt x="0" y="0"/>
                </a:moveTo>
                <a:lnTo>
                  <a:pt x="1076544" y="0"/>
                </a:lnTo>
                <a:lnTo>
                  <a:pt x="1076544" y="1179073"/>
                </a:lnTo>
                <a:lnTo>
                  <a:pt x="0" y="117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51176" y="5573290"/>
            <a:ext cx="6663475" cy="4216369"/>
            <a:chOff x="0" y="0"/>
            <a:chExt cx="5085655" cy="32179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5655" cy="3217990"/>
            </a:xfrm>
            <a:custGeom>
              <a:avLst/>
              <a:gdLst/>
              <a:ahLst/>
              <a:cxnLst/>
              <a:rect r="r" b="b" t="t" l="l"/>
              <a:pathLst>
                <a:path h="3217990" w="5085655">
                  <a:moveTo>
                    <a:pt x="16266" y="0"/>
                  </a:moveTo>
                  <a:lnTo>
                    <a:pt x="5069389" y="0"/>
                  </a:lnTo>
                  <a:cubicBezTo>
                    <a:pt x="5078372" y="0"/>
                    <a:pt x="5085655" y="7282"/>
                    <a:pt x="5085655" y="16266"/>
                  </a:cubicBezTo>
                  <a:lnTo>
                    <a:pt x="5085655" y="3201724"/>
                  </a:lnTo>
                  <a:cubicBezTo>
                    <a:pt x="5085655" y="3206038"/>
                    <a:pt x="5083941" y="3210175"/>
                    <a:pt x="5080891" y="3213226"/>
                  </a:cubicBezTo>
                  <a:cubicBezTo>
                    <a:pt x="5077840" y="3216276"/>
                    <a:pt x="5073703" y="3217990"/>
                    <a:pt x="5069389" y="3217990"/>
                  </a:cubicBezTo>
                  <a:lnTo>
                    <a:pt x="16266" y="3217990"/>
                  </a:lnTo>
                  <a:cubicBezTo>
                    <a:pt x="11952" y="3217990"/>
                    <a:pt x="7815" y="3216276"/>
                    <a:pt x="4764" y="3213226"/>
                  </a:cubicBezTo>
                  <a:cubicBezTo>
                    <a:pt x="1714" y="3210175"/>
                    <a:pt x="0" y="3206038"/>
                    <a:pt x="0" y="3201724"/>
                  </a:cubicBezTo>
                  <a:lnTo>
                    <a:pt x="0" y="16266"/>
                  </a:lnTo>
                  <a:cubicBezTo>
                    <a:pt x="0" y="11952"/>
                    <a:pt x="1714" y="7815"/>
                    <a:pt x="4764" y="4764"/>
                  </a:cubicBezTo>
                  <a:cubicBezTo>
                    <a:pt x="7815" y="1714"/>
                    <a:pt x="11952" y="0"/>
                    <a:pt x="16266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085655" cy="3227515"/>
            </a:xfrm>
            <a:prstGeom prst="rect">
              <a:avLst/>
            </a:prstGeom>
          </p:spPr>
          <p:txBody>
            <a:bodyPr anchor="ctr" rtlCol="false" tIns="16732" lIns="16732" bIns="16732" rIns="16732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713028" y="5720041"/>
            <a:ext cx="1284685" cy="1284685"/>
          </a:xfrm>
          <a:custGeom>
            <a:avLst/>
            <a:gdLst/>
            <a:ahLst/>
            <a:cxnLst/>
            <a:rect r="r" b="b" t="t" l="l"/>
            <a:pathLst>
              <a:path h="1284685" w="1284685">
                <a:moveTo>
                  <a:pt x="0" y="0"/>
                </a:moveTo>
                <a:lnTo>
                  <a:pt x="1284685" y="0"/>
                </a:lnTo>
                <a:lnTo>
                  <a:pt x="1284685" y="1284685"/>
                </a:lnTo>
                <a:lnTo>
                  <a:pt x="0" y="12846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542802" y="10604218"/>
            <a:ext cx="130522" cy="130522"/>
          </a:xfrm>
          <a:custGeom>
            <a:avLst/>
            <a:gdLst/>
            <a:ahLst/>
            <a:cxnLst/>
            <a:rect r="r" b="b" t="t" l="l"/>
            <a:pathLst>
              <a:path h="130522" w="130522">
                <a:moveTo>
                  <a:pt x="0" y="0"/>
                </a:moveTo>
                <a:lnTo>
                  <a:pt x="130522" y="0"/>
                </a:lnTo>
                <a:lnTo>
                  <a:pt x="130522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894336" y="10604218"/>
            <a:ext cx="130522" cy="130522"/>
          </a:xfrm>
          <a:custGeom>
            <a:avLst/>
            <a:gdLst/>
            <a:ahLst/>
            <a:cxnLst/>
            <a:rect r="r" b="b" t="t" l="l"/>
            <a:pathLst>
              <a:path h="130522" w="130522">
                <a:moveTo>
                  <a:pt x="0" y="0"/>
                </a:moveTo>
                <a:lnTo>
                  <a:pt x="130521" y="0"/>
                </a:lnTo>
                <a:lnTo>
                  <a:pt x="130521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5051132" y="1858485"/>
            <a:ext cx="1799794" cy="797156"/>
            <a:chOff x="0" y="0"/>
            <a:chExt cx="1373628" cy="60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3628" cy="608400"/>
            </a:xfrm>
            <a:custGeom>
              <a:avLst/>
              <a:gdLst/>
              <a:ahLst/>
              <a:cxnLst/>
              <a:rect r="r" b="b" t="t" l="l"/>
              <a:pathLst>
                <a:path h="608400" w="1373628">
                  <a:moveTo>
                    <a:pt x="68825" y="0"/>
                  </a:moveTo>
                  <a:lnTo>
                    <a:pt x="1304803" y="0"/>
                  </a:lnTo>
                  <a:cubicBezTo>
                    <a:pt x="1323056" y="0"/>
                    <a:pt x="1340562" y="7251"/>
                    <a:pt x="1353469" y="20158"/>
                  </a:cubicBezTo>
                  <a:cubicBezTo>
                    <a:pt x="1366376" y="33066"/>
                    <a:pt x="1373628" y="50571"/>
                    <a:pt x="1373628" y="68825"/>
                  </a:cubicBezTo>
                  <a:lnTo>
                    <a:pt x="1373628" y="539575"/>
                  </a:lnTo>
                  <a:cubicBezTo>
                    <a:pt x="1373628" y="577586"/>
                    <a:pt x="1342814" y="608400"/>
                    <a:pt x="1304803" y="608400"/>
                  </a:cubicBezTo>
                  <a:lnTo>
                    <a:pt x="68825" y="608400"/>
                  </a:lnTo>
                  <a:cubicBezTo>
                    <a:pt x="50571" y="608400"/>
                    <a:pt x="33066" y="601149"/>
                    <a:pt x="20158" y="588242"/>
                  </a:cubicBezTo>
                  <a:cubicBezTo>
                    <a:pt x="7251" y="575335"/>
                    <a:pt x="0" y="557829"/>
                    <a:pt x="0" y="539575"/>
                  </a:cubicBezTo>
                  <a:lnTo>
                    <a:pt x="0" y="68825"/>
                  </a:lnTo>
                  <a:cubicBezTo>
                    <a:pt x="0" y="50571"/>
                    <a:pt x="7251" y="33066"/>
                    <a:pt x="20158" y="20158"/>
                  </a:cubicBezTo>
                  <a:cubicBezTo>
                    <a:pt x="33066" y="7251"/>
                    <a:pt x="50571" y="0"/>
                    <a:pt x="688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DA955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373628" cy="636975"/>
            </a:xfrm>
            <a:prstGeom prst="rect">
              <a:avLst/>
            </a:prstGeom>
          </p:spPr>
          <p:txBody>
            <a:bodyPr anchor="ctr" rtlCol="false" tIns="16732" lIns="16732" bIns="16732" rIns="16732"/>
            <a:lstStyle/>
            <a:p>
              <a:pPr algn="l" marL="0" indent="0" lvl="0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63820" y="10313488"/>
            <a:ext cx="231455" cy="241569"/>
          </a:xfrm>
          <a:custGeom>
            <a:avLst/>
            <a:gdLst/>
            <a:ahLst/>
            <a:cxnLst/>
            <a:rect r="r" b="b" t="t" l="l"/>
            <a:pathLst>
              <a:path h="241569" w="231455">
                <a:moveTo>
                  <a:pt x="0" y="0"/>
                </a:moveTo>
                <a:lnTo>
                  <a:pt x="231455" y="0"/>
                </a:lnTo>
                <a:lnTo>
                  <a:pt x="231455" y="241569"/>
                </a:lnTo>
                <a:lnTo>
                  <a:pt x="0" y="24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39499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56609" y="10342864"/>
            <a:ext cx="2202987" cy="16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84792"/>
                </a:solidFill>
                <a:latin typeface="Aller 1"/>
                <a:ea typeface="Aller 1"/>
                <a:cs typeface="Aller 1"/>
                <a:sym typeface="Aller 1"/>
                <a:hlinkClick r:id="rId12" tooltip="https://www.squareoneresources.com"/>
              </a:rPr>
              <a:t>squareoneresources.com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2422" y="2402173"/>
            <a:ext cx="418581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>
                <a:solidFill>
                  <a:srgbClr val="000000"/>
                </a:solidFill>
                <a:latin typeface="Aller 1"/>
                <a:ea typeface="Aller 1"/>
                <a:cs typeface="Aller 1"/>
                <a:sym typeface="Aller 1"/>
              </a:rPr>
              <a:t>[TITLE_PLACEHOLDER_MAXCHAR(50)]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51176" y="3789119"/>
            <a:ext cx="6670359" cy="696204"/>
            <a:chOff x="0" y="0"/>
            <a:chExt cx="8893812" cy="928272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19050"/>
              <a:ext cx="3046717" cy="286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522">
                  <a:solidFill>
                    <a:srgbClr val="1F5E9E"/>
                  </a:solidFill>
                  <a:latin typeface="Aller 1"/>
                  <a:ea typeface="Aller 1"/>
                  <a:cs typeface="Aller 1"/>
                  <a:sym typeface="Aller 1"/>
                </a:rPr>
                <a:t>Client Overview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0853" y="382049"/>
              <a:ext cx="8882959" cy="54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1"/>
                </a:lnSpc>
              </a:pPr>
              <a:r>
                <a:rPr lang="en-US" sz="1215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[CLIENT_OVERVIEW_PLACEHOLDER_MAXCHAR(540)]</a:t>
              </a:r>
            </a:p>
            <a:p>
              <a:pPr algn="l">
                <a:lnSpc>
                  <a:spcPts val="1701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56203" y="6147854"/>
            <a:ext cx="6194723" cy="20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[OUR_APPROACH_PLACEHOLDER_1_MAXCHAR(410)]</a:t>
            </a:r>
          </a:p>
          <a:p>
            <a:pPr algn="l">
              <a:lnSpc>
                <a:spcPts val="1701"/>
              </a:lnSpc>
            </a:pPr>
          </a:p>
          <a:p>
            <a:pPr algn="l" marL="262343" indent="-131171" lvl="1">
              <a:lnSpc>
                <a:spcPts val="1701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[OUR_APPROACH_BULLET1_MAXCHAR(65)]</a:t>
            </a:r>
          </a:p>
          <a:p>
            <a:pPr algn="l" marL="262343" indent="-131171" lvl="1">
              <a:lnSpc>
                <a:spcPts val="1701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</a:t>
            </a: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T2_MAXCHAR(65)]</a:t>
            </a:r>
          </a:p>
          <a:p>
            <a:pPr algn="l" marL="262343" indent="-131171" lvl="1">
              <a:lnSpc>
                <a:spcPts val="1701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</a:t>
            </a: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BULLET3_MAXCHAR(65)]</a:t>
            </a:r>
          </a:p>
          <a:p>
            <a:pPr algn="l" marL="262343" indent="-131171" lvl="1">
              <a:lnSpc>
                <a:spcPts val="1701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[OUR_APPROACH_BULLET4_MAXCHAR(65)]</a:t>
            </a:r>
          </a:p>
          <a:p>
            <a:pPr algn="l" marL="262343" indent="-131171" lvl="1">
              <a:lnSpc>
                <a:spcPts val="1701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[OUR_APPROACH_BULLET5_MAXCHAR(65)</a:t>
            </a: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]</a:t>
            </a:r>
          </a:p>
          <a:p>
            <a:pPr algn="l">
              <a:lnSpc>
                <a:spcPts val="1701"/>
              </a:lnSpc>
            </a:pPr>
          </a:p>
          <a:p>
            <a:pPr algn="l">
              <a:lnSpc>
                <a:spcPts val="1701"/>
              </a:lnSpc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[OUR_APPROACH_PLACEHOLDER_2_MAXCHAR(320)]</a:t>
            </a:r>
          </a:p>
          <a:p>
            <a:pPr algn="l">
              <a:lnSpc>
                <a:spcPts val="1701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656203" y="5866967"/>
            <a:ext cx="3491317" cy="21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7"/>
              </a:lnSpc>
              <a:spcBef>
                <a:spcPct val="0"/>
              </a:spcBef>
            </a:pPr>
            <a:r>
              <a:rPr lang="en-US" b="true" sz="1521" strike="noStrike" u="none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Our Approa</a:t>
            </a:r>
            <a:r>
              <a:rPr lang="en-US" b="true" sz="1521" strike="noStrike" u="none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c</a:t>
            </a:r>
            <a:r>
              <a:rPr lang="en-US" b="true" sz="1521" strike="noStrike" u="none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76212" y="368012"/>
            <a:ext cx="2202987" cy="2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4"/>
              </a:lnSpc>
            </a:pPr>
            <a:r>
              <a:rPr lang="en-US" sz="1267">
                <a:solidFill>
                  <a:srgbClr val="FFFFFF"/>
                </a:solidFill>
                <a:latin typeface="Aller 1"/>
                <a:ea typeface="Aller 1"/>
                <a:cs typeface="Aller 1"/>
                <a:sym typeface="Aller 1"/>
              </a:rPr>
              <a:t>Case Study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158800" y="2106000"/>
            <a:ext cx="1573729" cy="320400"/>
          </a:xfrm>
          <a:custGeom>
            <a:avLst/>
            <a:gdLst/>
            <a:ahLst/>
            <a:cxnLst/>
            <a:rect r="r" b="b" t="t" l="l"/>
            <a:pathLst>
              <a:path h="320400" w="1573729">
                <a:moveTo>
                  <a:pt x="0" y="0"/>
                </a:moveTo>
                <a:lnTo>
                  <a:pt x="1573729" y="0"/>
                </a:lnTo>
                <a:lnTo>
                  <a:pt x="1573729" y="320400"/>
                </a:lnTo>
                <a:lnTo>
                  <a:pt x="0" y="320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4774" y="311575"/>
            <a:ext cx="1609264" cy="361187"/>
            <a:chOff x="0" y="0"/>
            <a:chExt cx="1228212" cy="275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8212" cy="275663"/>
            </a:xfrm>
            <a:custGeom>
              <a:avLst/>
              <a:gdLst/>
              <a:ahLst/>
              <a:cxnLst/>
              <a:rect r="r" b="b" t="t" l="l"/>
              <a:pathLst>
                <a:path h="275663" w="1228212">
                  <a:moveTo>
                    <a:pt x="25257" y="0"/>
                  </a:moveTo>
                  <a:lnTo>
                    <a:pt x="1202955" y="0"/>
                  </a:lnTo>
                  <a:cubicBezTo>
                    <a:pt x="1216904" y="0"/>
                    <a:pt x="1228212" y="11308"/>
                    <a:pt x="1228212" y="25257"/>
                  </a:cubicBezTo>
                  <a:lnTo>
                    <a:pt x="1228212" y="250406"/>
                  </a:lnTo>
                  <a:cubicBezTo>
                    <a:pt x="1228212" y="264355"/>
                    <a:pt x="1216904" y="275663"/>
                    <a:pt x="1202955" y="275663"/>
                  </a:cubicBezTo>
                  <a:lnTo>
                    <a:pt x="25257" y="275663"/>
                  </a:lnTo>
                  <a:cubicBezTo>
                    <a:pt x="11308" y="275663"/>
                    <a:pt x="0" y="264355"/>
                    <a:pt x="0" y="250406"/>
                  </a:cubicBezTo>
                  <a:lnTo>
                    <a:pt x="0" y="25257"/>
                  </a:lnTo>
                  <a:cubicBezTo>
                    <a:pt x="0" y="11308"/>
                    <a:pt x="11308" y="0"/>
                    <a:pt x="25257" y="0"/>
                  </a:cubicBezTo>
                  <a:close/>
                </a:path>
              </a:pathLst>
            </a:custGeom>
            <a:solidFill>
              <a:srgbClr val="0DA955"/>
            </a:solidFill>
            <a:ln w="9525" cap="sq">
              <a:solidFill>
                <a:srgbClr val="ECECE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228212" cy="266138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4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718546">
            <a:off x="6431855" y="9584657"/>
            <a:ext cx="1056554" cy="90797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447" y="0"/>
              <a:ext cx="803906" cy="698500"/>
            </a:xfrm>
            <a:custGeom>
              <a:avLst/>
              <a:gdLst/>
              <a:ahLst/>
              <a:cxnLst/>
              <a:rect r="r" b="b" t="t" l="l"/>
              <a:pathLst>
                <a:path h="698500" w="803906">
                  <a:moveTo>
                    <a:pt x="800062" y="363500"/>
                  </a:moveTo>
                  <a:lnTo>
                    <a:pt x="613444" y="684250"/>
                  </a:lnTo>
                  <a:cubicBezTo>
                    <a:pt x="608311" y="693072"/>
                    <a:pt x="598873" y="698500"/>
                    <a:pt x="588666" y="698500"/>
                  </a:cubicBezTo>
                  <a:lnTo>
                    <a:pt x="215240" y="698500"/>
                  </a:lnTo>
                  <a:cubicBezTo>
                    <a:pt x="205033" y="698500"/>
                    <a:pt x="195595" y="693072"/>
                    <a:pt x="190462" y="684250"/>
                  </a:cubicBezTo>
                  <a:lnTo>
                    <a:pt x="3844" y="363500"/>
                  </a:lnTo>
                  <a:cubicBezTo>
                    <a:pt x="-1281" y="354691"/>
                    <a:pt x="-1281" y="343809"/>
                    <a:pt x="3844" y="335000"/>
                  </a:cubicBezTo>
                  <a:lnTo>
                    <a:pt x="190462" y="14250"/>
                  </a:lnTo>
                  <a:cubicBezTo>
                    <a:pt x="195595" y="5428"/>
                    <a:pt x="205033" y="0"/>
                    <a:pt x="215240" y="0"/>
                  </a:cubicBezTo>
                  <a:lnTo>
                    <a:pt x="588666" y="0"/>
                  </a:lnTo>
                  <a:cubicBezTo>
                    <a:pt x="598873" y="0"/>
                    <a:pt x="608311" y="5428"/>
                    <a:pt x="613444" y="14250"/>
                  </a:cubicBezTo>
                  <a:lnTo>
                    <a:pt x="800062" y="335000"/>
                  </a:lnTo>
                  <a:cubicBezTo>
                    <a:pt x="805187" y="343809"/>
                    <a:pt x="805187" y="354691"/>
                    <a:pt x="800062" y="3635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12344" lIns="12344" bIns="12344" rIns="12344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84334" y="3010550"/>
            <a:ext cx="6641450" cy="323771"/>
          </a:xfrm>
          <a:custGeom>
            <a:avLst/>
            <a:gdLst/>
            <a:ahLst/>
            <a:cxnLst/>
            <a:rect r="r" b="b" t="t" l="l"/>
            <a:pathLst>
              <a:path h="323771" w="6641450">
                <a:moveTo>
                  <a:pt x="0" y="0"/>
                </a:moveTo>
                <a:lnTo>
                  <a:pt x="6641450" y="0"/>
                </a:lnTo>
                <a:lnTo>
                  <a:pt x="6641450" y="323771"/>
                </a:lnTo>
                <a:lnTo>
                  <a:pt x="0" y="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2730" y="10038645"/>
            <a:ext cx="6714540" cy="327334"/>
          </a:xfrm>
          <a:custGeom>
            <a:avLst/>
            <a:gdLst/>
            <a:ahLst/>
            <a:cxnLst/>
            <a:rect r="r" b="b" t="t" l="l"/>
            <a:pathLst>
              <a:path h="327334" w="6714540">
                <a:moveTo>
                  <a:pt x="0" y="0"/>
                </a:moveTo>
                <a:lnTo>
                  <a:pt x="6714540" y="0"/>
                </a:lnTo>
                <a:lnTo>
                  <a:pt x="6714540" y="327334"/>
                </a:lnTo>
                <a:lnTo>
                  <a:pt x="0" y="327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9845" y="2950340"/>
            <a:ext cx="6735939" cy="328377"/>
          </a:xfrm>
          <a:custGeom>
            <a:avLst/>
            <a:gdLst/>
            <a:ahLst/>
            <a:cxnLst/>
            <a:rect r="r" b="b" t="t" l="l"/>
            <a:pathLst>
              <a:path h="328377" w="6735939">
                <a:moveTo>
                  <a:pt x="0" y="0"/>
                </a:moveTo>
                <a:lnTo>
                  <a:pt x="6735939" y="0"/>
                </a:lnTo>
                <a:lnTo>
                  <a:pt x="6735939" y="328377"/>
                </a:lnTo>
                <a:lnTo>
                  <a:pt x="0" y="3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473200" y="745279"/>
            <a:ext cx="6688695" cy="326074"/>
          </a:xfrm>
          <a:custGeom>
            <a:avLst/>
            <a:gdLst/>
            <a:ahLst/>
            <a:cxnLst/>
            <a:rect r="r" b="b" t="t" l="l"/>
            <a:pathLst>
              <a:path h="326074" w="6688695">
                <a:moveTo>
                  <a:pt x="0" y="0"/>
                </a:moveTo>
                <a:lnTo>
                  <a:pt x="6688695" y="0"/>
                </a:lnTo>
                <a:lnTo>
                  <a:pt x="6688695" y="326074"/>
                </a:lnTo>
                <a:lnTo>
                  <a:pt x="0" y="326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908437">
            <a:off x="-115542" y="1713276"/>
            <a:ext cx="1076545" cy="1179073"/>
          </a:xfrm>
          <a:custGeom>
            <a:avLst/>
            <a:gdLst/>
            <a:ahLst/>
            <a:cxnLst/>
            <a:rect r="r" b="b" t="t" l="l"/>
            <a:pathLst>
              <a:path h="1179073" w="1076545">
                <a:moveTo>
                  <a:pt x="0" y="0"/>
                </a:moveTo>
                <a:lnTo>
                  <a:pt x="1076544" y="0"/>
                </a:lnTo>
                <a:lnTo>
                  <a:pt x="1076544" y="1179072"/>
                </a:lnTo>
                <a:lnTo>
                  <a:pt x="0" y="1179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52922" y="971565"/>
            <a:ext cx="6672863" cy="2181759"/>
            <a:chOff x="0" y="0"/>
            <a:chExt cx="5092820" cy="16651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92820" cy="1665148"/>
            </a:xfrm>
            <a:custGeom>
              <a:avLst/>
              <a:gdLst/>
              <a:ahLst/>
              <a:cxnLst/>
              <a:rect r="r" b="b" t="t" l="l"/>
              <a:pathLst>
                <a:path h="1665148" w="5092820">
                  <a:moveTo>
                    <a:pt x="16243" y="0"/>
                  </a:moveTo>
                  <a:lnTo>
                    <a:pt x="5076577" y="0"/>
                  </a:lnTo>
                  <a:cubicBezTo>
                    <a:pt x="5080885" y="0"/>
                    <a:pt x="5085016" y="1711"/>
                    <a:pt x="5088062" y="4757"/>
                  </a:cubicBezTo>
                  <a:cubicBezTo>
                    <a:pt x="5091109" y="7804"/>
                    <a:pt x="5092820" y="11935"/>
                    <a:pt x="5092820" y="16243"/>
                  </a:cubicBezTo>
                  <a:lnTo>
                    <a:pt x="5092820" y="1648905"/>
                  </a:lnTo>
                  <a:cubicBezTo>
                    <a:pt x="5092820" y="1653213"/>
                    <a:pt x="5091109" y="1657345"/>
                    <a:pt x="5088062" y="1660391"/>
                  </a:cubicBezTo>
                  <a:cubicBezTo>
                    <a:pt x="5085016" y="1663437"/>
                    <a:pt x="5080885" y="1665148"/>
                    <a:pt x="5076577" y="1665148"/>
                  </a:cubicBezTo>
                  <a:lnTo>
                    <a:pt x="16243" y="1665148"/>
                  </a:lnTo>
                  <a:cubicBezTo>
                    <a:pt x="11935" y="1665148"/>
                    <a:pt x="7804" y="1663437"/>
                    <a:pt x="4757" y="1660391"/>
                  </a:cubicBezTo>
                  <a:cubicBezTo>
                    <a:pt x="1711" y="1657345"/>
                    <a:pt x="0" y="1653213"/>
                    <a:pt x="0" y="1648905"/>
                  </a:cubicBezTo>
                  <a:lnTo>
                    <a:pt x="0" y="16243"/>
                  </a:lnTo>
                  <a:cubicBezTo>
                    <a:pt x="0" y="11935"/>
                    <a:pt x="1711" y="7804"/>
                    <a:pt x="4757" y="4757"/>
                  </a:cubicBezTo>
                  <a:cubicBezTo>
                    <a:pt x="7804" y="1711"/>
                    <a:pt x="11935" y="0"/>
                    <a:pt x="16243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092820" cy="1674673"/>
            </a:xfrm>
            <a:prstGeom prst="rect">
              <a:avLst/>
            </a:prstGeom>
          </p:spPr>
          <p:txBody>
            <a:bodyPr anchor="ctr" rtlCol="false" tIns="16732" lIns="16732" bIns="16732" rIns="16732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2922" y="7119319"/>
            <a:ext cx="6661729" cy="2295447"/>
            <a:chOff x="0" y="0"/>
            <a:chExt cx="5084322" cy="17519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4322" cy="1751917"/>
            </a:xfrm>
            <a:custGeom>
              <a:avLst/>
              <a:gdLst/>
              <a:ahLst/>
              <a:cxnLst/>
              <a:rect r="r" b="b" t="t" l="l"/>
              <a:pathLst>
                <a:path h="1751917" w="5084322">
                  <a:moveTo>
                    <a:pt x="16270" y="0"/>
                  </a:moveTo>
                  <a:lnTo>
                    <a:pt x="5068052" y="0"/>
                  </a:lnTo>
                  <a:cubicBezTo>
                    <a:pt x="5077038" y="0"/>
                    <a:pt x="5084322" y="7284"/>
                    <a:pt x="5084322" y="16270"/>
                  </a:cubicBezTo>
                  <a:lnTo>
                    <a:pt x="5084322" y="1735646"/>
                  </a:lnTo>
                  <a:cubicBezTo>
                    <a:pt x="5084322" y="1744632"/>
                    <a:pt x="5077038" y="1751917"/>
                    <a:pt x="5068052" y="1751917"/>
                  </a:cubicBezTo>
                  <a:lnTo>
                    <a:pt x="16270" y="1751917"/>
                  </a:lnTo>
                  <a:cubicBezTo>
                    <a:pt x="7284" y="1751917"/>
                    <a:pt x="0" y="1744632"/>
                    <a:pt x="0" y="1735646"/>
                  </a:cubicBezTo>
                  <a:lnTo>
                    <a:pt x="0" y="16270"/>
                  </a:lnTo>
                  <a:cubicBezTo>
                    <a:pt x="0" y="7284"/>
                    <a:pt x="7284" y="0"/>
                    <a:pt x="1627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084322" cy="1761442"/>
            </a:xfrm>
            <a:prstGeom prst="rect">
              <a:avLst/>
            </a:prstGeom>
          </p:spPr>
          <p:txBody>
            <a:bodyPr anchor="ctr" rtlCol="false" tIns="16732" lIns="16732" bIns="16732" rIns="16732"/>
            <a:lstStyle/>
            <a:p>
              <a:pPr algn="ctr">
                <a:lnSpc>
                  <a:spcPts val="37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908336" y="1980904"/>
            <a:ext cx="1012425" cy="1012425"/>
          </a:xfrm>
          <a:custGeom>
            <a:avLst/>
            <a:gdLst/>
            <a:ahLst/>
            <a:cxnLst/>
            <a:rect r="r" b="b" t="t" l="l"/>
            <a:pathLst>
              <a:path h="1012425" w="1012425">
                <a:moveTo>
                  <a:pt x="0" y="0"/>
                </a:moveTo>
                <a:lnTo>
                  <a:pt x="1012425" y="0"/>
                </a:lnTo>
                <a:lnTo>
                  <a:pt x="1012425" y="1012425"/>
                </a:lnTo>
                <a:lnTo>
                  <a:pt x="0" y="1012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42802" y="10604218"/>
            <a:ext cx="130522" cy="130522"/>
          </a:xfrm>
          <a:custGeom>
            <a:avLst/>
            <a:gdLst/>
            <a:ahLst/>
            <a:cxnLst/>
            <a:rect r="r" b="b" t="t" l="l"/>
            <a:pathLst>
              <a:path h="130522" w="130522">
                <a:moveTo>
                  <a:pt x="0" y="0"/>
                </a:moveTo>
                <a:lnTo>
                  <a:pt x="130522" y="0"/>
                </a:lnTo>
                <a:lnTo>
                  <a:pt x="130522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894336" y="10604218"/>
            <a:ext cx="130522" cy="130522"/>
          </a:xfrm>
          <a:custGeom>
            <a:avLst/>
            <a:gdLst/>
            <a:ahLst/>
            <a:cxnLst/>
            <a:rect r="r" b="b" t="t" l="l"/>
            <a:pathLst>
              <a:path h="130522" w="130522">
                <a:moveTo>
                  <a:pt x="0" y="0"/>
                </a:moveTo>
                <a:lnTo>
                  <a:pt x="130521" y="0"/>
                </a:lnTo>
                <a:lnTo>
                  <a:pt x="130521" y="130521"/>
                </a:lnTo>
                <a:lnTo>
                  <a:pt x="0" y="1305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0000" y="255600"/>
            <a:ext cx="1426461" cy="414000"/>
          </a:xfrm>
          <a:custGeom>
            <a:avLst/>
            <a:gdLst/>
            <a:ahLst/>
            <a:cxnLst/>
            <a:rect r="r" b="b" t="t" l="l"/>
            <a:pathLst>
              <a:path h="414000" w="1426461">
                <a:moveTo>
                  <a:pt x="0" y="0"/>
                </a:moveTo>
                <a:lnTo>
                  <a:pt x="1426461" y="0"/>
                </a:lnTo>
                <a:lnTo>
                  <a:pt x="1426461" y="414000"/>
                </a:lnTo>
                <a:lnTo>
                  <a:pt x="0" y="414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384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47213" y="4298805"/>
            <a:ext cx="6645513" cy="481115"/>
            <a:chOff x="0" y="0"/>
            <a:chExt cx="8860685" cy="64148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46457" cy="641487"/>
              <a:chOff x="0" y="0"/>
              <a:chExt cx="812800" cy="698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1191" y="0"/>
                <a:ext cx="790419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90419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0DA95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189082" lIns="189082" bIns="189082" rIns="189082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163776" y="113807"/>
              <a:ext cx="426079" cy="426079"/>
            </a:xfrm>
            <a:custGeom>
              <a:avLst/>
              <a:gdLst/>
              <a:ahLst/>
              <a:cxnLst/>
              <a:rect r="r" b="b" t="t" l="l"/>
              <a:pathLst>
                <a:path h="426079" w="426079">
                  <a:moveTo>
                    <a:pt x="0" y="0"/>
                  </a:moveTo>
                  <a:lnTo>
                    <a:pt x="426079" y="0"/>
                  </a:lnTo>
                  <a:lnTo>
                    <a:pt x="426079" y="426080"/>
                  </a:lnTo>
                  <a:lnTo>
                    <a:pt x="0" y="4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965546" y="56837"/>
              <a:ext cx="7895139" cy="254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[RESULTS_DELIVERED_ITEM_1_MAXCHAR(130)]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26230" y="1292006"/>
            <a:ext cx="2307762" cy="2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522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Key Challenges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4451" y="1552349"/>
            <a:ext cx="6069549" cy="20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[KEY_CHALLENGES_PLACEHOLDER_MAXCHAR(475)]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7213" y="3606003"/>
            <a:ext cx="6652584" cy="20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[RESULTS_DELIVERED_PLACEHOLDER_MAXCHAR(140)]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50390" y="4935495"/>
            <a:ext cx="6636768" cy="481115"/>
            <a:chOff x="0" y="0"/>
            <a:chExt cx="8849023" cy="641487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46457" cy="641487"/>
              <a:chOff x="0" y="0"/>
              <a:chExt cx="812800" cy="698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1191" y="0"/>
                <a:ext cx="790419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90419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0DA95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189082" lIns="189082" bIns="189082" rIns="189082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127507" y="82394"/>
              <a:ext cx="491443" cy="476699"/>
            </a:xfrm>
            <a:custGeom>
              <a:avLst/>
              <a:gdLst/>
              <a:ahLst/>
              <a:cxnLst/>
              <a:rect r="r" b="b" t="t" l="l"/>
              <a:pathLst>
                <a:path h="476699" w="491443">
                  <a:moveTo>
                    <a:pt x="0" y="0"/>
                  </a:moveTo>
                  <a:lnTo>
                    <a:pt x="491443" y="0"/>
                  </a:lnTo>
                  <a:lnTo>
                    <a:pt x="491443" y="476699"/>
                  </a:lnTo>
                  <a:lnTo>
                    <a:pt x="0" y="47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953885" y="73837"/>
              <a:ext cx="7895139" cy="254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[RESULTS_DELIVERED_ITEM_2_MAXCHAR(130)]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7213" y="5610520"/>
            <a:ext cx="6649311" cy="481115"/>
            <a:chOff x="0" y="0"/>
            <a:chExt cx="8865749" cy="64148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46457" cy="641487"/>
              <a:chOff x="0" y="0"/>
              <a:chExt cx="812800" cy="6985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1191" y="0"/>
                <a:ext cx="790419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90419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0DA95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189082" lIns="189082" bIns="189082" rIns="189082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199150" y="95250"/>
              <a:ext cx="405324" cy="450987"/>
            </a:xfrm>
            <a:custGeom>
              <a:avLst/>
              <a:gdLst/>
              <a:ahLst/>
              <a:cxnLst/>
              <a:rect r="r" b="b" t="t" l="l"/>
              <a:pathLst>
                <a:path h="450987" w="405324">
                  <a:moveTo>
                    <a:pt x="0" y="0"/>
                  </a:moveTo>
                  <a:lnTo>
                    <a:pt x="405324" y="0"/>
                  </a:lnTo>
                  <a:lnTo>
                    <a:pt x="405324" y="450987"/>
                  </a:lnTo>
                  <a:lnTo>
                    <a:pt x="0" y="45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965546" y="73837"/>
              <a:ext cx="7900203" cy="254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[RESULTS_DELIVERED_ITEM_3_MAXCHAR(130)</a:t>
              </a:r>
              <a:r>
                <a:rPr lang="en-US" sz="120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]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4822" y="6285545"/>
            <a:ext cx="6644727" cy="481115"/>
            <a:chOff x="0" y="0"/>
            <a:chExt cx="8859635" cy="641487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746457" cy="641487"/>
              <a:chOff x="0" y="0"/>
              <a:chExt cx="812800" cy="6985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1191" y="0"/>
                <a:ext cx="790419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90419">
                    <a:moveTo>
                      <a:pt x="780746" y="385109"/>
                    </a:moveTo>
                    <a:lnTo>
                      <a:pt x="619272" y="662641"/>
                    </a:lnTo>
                    <a:cubicBezTo>
                      <a:pt x="606355" y="684842"/>
                      <a:pt x="582608" y="698500"/>
                      <a:pt x="556923" y="698500"/>
                    </a:cubicBezTo>
                    <a:lnTo>
                      <a:pt x="233495" y="698500"/>
                    </a:lnTo>
                    <a:cubicBezTo>
                      <a:pt x="207810" y="698500"/>
                      <a:pt x="184063" y="684842"/>
                      <a:pt x="171146" y="662641"/>
                    </a:cubicBezTo>
                    <a:lnTo>
                      <a:pt x="9672" y="385109"/>
                    </a:lnTo>
                    <a:cubicBezTo>
                      <a:pt x="-3225" y="362942"/>
                      <a:pt x="-3225" y="335558"/>
                      <a:pt x="9672" y="313391"/>
                    </a:cubicBezTo>
                    <a:lnTo>
                      <a:pt x="171146" y="35859"/>
                    </a:lnTo>
                    <a:cubicBezTo>
                      <a:pt x="184063" y="13658"/>
                      <a:pt x="207810" y="0"/>
                      <a:pt x="233495" y="0"/>
                    </a:cubicBezTo>
                    <a:lnTo>
                      <a:pt x="556923" y="0"/>
                    </a:lnTo>
                    <a:cubicBezTo>
                      <a:pt x="582608" y="0"/>
                      <a:pt x="606355" y="13658"/>
                      <a:pt x="619272" y="35859"/>
                    </a:cubicBezTo>
                    <a:lnTo>
                      <a:pt x="780746" y="313391"/>
                    </a:lnTo>
                    <a:cubicBezTo>
                      <a:pt x="793643" y="335558"/>
                      <a:pt x="793643" y="362942"/>
                      <a:pt x="780746" y="38510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84792">
                      <a:alpha val="100000"/>
                    </a:srgbClr>
                  </a:gs>
                  <a:gs pos="100000">
                    <a:srgbClr val="0DA95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189082" lIns="189082" bIns="189082" rIns="189082"/>
              <a:lstStyle/>
              <a:p>
                <a:pPr algn="ctr">
                  <a:lnSpc>
                    <a:spcPts val="1774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162726" y="119421"/>
              <a:ext cx="440652" cy="402646"/>
            </a:xfrm>
            <a:custGeom>
              <a:avLst/>
              <a:gdLst/>
              <a:ahLst/>
              <a:cxnLst/>
              <a:rect r="r" b="b" t="t" l="l"/>
              <a:pathLst>
                <a:path h="402646" w="440652">
                  <a:moveTo>
                    <a:pt x="0" y="0"/>
                  </a:moveTo>
                  <a:lnTo>
                    <a:pt x="440652" y="0"/>
                  </a:lnTo>
                  <a:lnTo>
                    <a:pt x="440652" y="402645"/>
                  </a:lnTo>
                  <a:lnTo>
                    <a:pt x="0" y="402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964497" y="73837"/>
              <a:ext cx="7895139" cy="254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8"/>
                </a:lnSpc>
              </a:pPr>
              <a:r>
                <a:rPr lang="en-US" sz="1200">
                  <a:solidFill>
                    <a:srgbClr val="000000"/>
                  </a:solidFill>
                  <a:latin typeface="Aller 2"/>
                  <a:ea typeface="Aller 2"/>
                  <a:cs typeface="Aller 2"/>
                  <a:sym typeface="Aller 2"/>
                </a:rPr>
                <a:t>[RESULTS_DELIVERED_ITEM_4_MAXCHAR(130)]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47213" y="3372421"/>
            <a:ext cx="3491317" cy="21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7"/>
              </a:lnSpc>
              <a:spcBef>
                <a:spcPct val="0"/>
              </a:spcBef>
            </a:pPr>
            <a:r>
              <a:rPr lang="en-US" sz="1521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Res</a:t>
            </a:r>
            <a:r>
              <a:rPr lang="en-US" b="true" sz="1521" strike="noStrike" u="none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ults Delivered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07472" y="7340618"/>
            <a:ext cx="3491317" cy="20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7"/>
              </a:lnSpc>
              <a:spcBef>
                <a:spcPct val="0"/>
              </a:spcBef>
            </a:pPr>
            <a:r>
              <a:rPr lang="en-US" sz="1521">
                <a:solidFill>
                  <a:srgbClr val="1F5E9E"/>
                </a:solidFill>
                <a:latin typeface="Aller 1"/>
                <a:ea typeface="Aller 1"/>
                <a:cs typeface="Aller 1"/>
                <a:sym typeface="Aller 1"/>
              </a:rPr>
              <a:t>Results at a Glance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40212" y="368012"/>
            <a:ext cx="2202987" cy="2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4"/>
              </a:lnSpc>
            </a:pPr>
            <a:r>
              <a:rPr lang="en-US" sz="1267">
                <a:solidFill>
                  <a:srgbClr val="FFFFFF"/>
                </a:solidFill>
                <a:latin typeface="Aller 1"/>
                <a:ea typeface="Aller 1"/>
                <a:cs typeface="Aller 1"/>
                <a:sym typeface="Aller 1"/>
              </a:rPr>
              <a:t>Case Study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463820" y="10313488"/>
            <a:ext cx="2495776" cy="241569"/>
            <a:chOff x="0" y="0"/>
            <a:chExt cx="3327702" cy="32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8606" cy="322092"/>
            </a:xfrm>
            <a:custGeom>
              <a:avLst/>
              <a:gdLst/>
              <a:ahLst/>
              <a:cxnLst/>
              <a:rect r="r" b="b" t="t" l="l"/>
              <a:pathLst>
                <a:path h="322092" w="308606">
                  <a:moveTo>
                    <a:pt x="0" y="0"/>
                  </a:moveTo>
                  <a:lnTo>
                    <a:pt x="308606" y="0"/>
                  </a:lnTo>
                  <a:lnTo>
                    <a:pt x="308606" y="322092"/>
                  </a:lnTo>
                  <a:lnTo>
                    <a:pt x="0" y="32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13949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390385" y="45518"/>
              <a:ext cx="2937316" cy="213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>
                  <a:solidFill>
                    <a:srgbClr val="084792"/>
                  </a:solidFill>
                  <a:latin typeface="Aller 1"/>
                  <a:ea typeface="Aller 1"/>
                  <a:cs typeface="Aller 1"/>
                  <a:sym typeface="Aller 1"/>
                  <a:hlinkClick r:id="rId19" tooltip="https://www.squareoneresources.com"/>
                </a:rPr>
                <a:t>squareoneresources.com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41169" y="7628038"/>
            <a:ext cx="6194723" cy="158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2343" indent="-131171" lvl="1">
              <a:lnSpc>
                <a:spcPts val="2114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[RESULTS_GLANCE_BULLET_1_MAXCHAR(63)]</a:t>
            </a:r>
          </a:p>
          <a:p>
            <a:pPr algn="l" marL="262343" indent="-131171" lvl="1">
              <a:lnSpc>
                <a:spcPts val="2114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[RESULTS_GLANCE_BULLET_2_MAXCHAR(63)]</a:t>
            </a:r>
          </a:p>
          <a:p>
            <a:pPr algn="l" marL="262343" indent="-131171" lvl="1">
              <a:lnSpc>
                <a:spcPts val="2114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[RESULTS_GLANCE_BULLET_3_MAXCHAR(63)]</a:t>
            </a:r>
          </a:p>
          <a:p>
            <a:pPr algn="l" marL="262343" indent="-131171" lvl="1">
              <a:lnSpc>
                <a:spcPts val="2114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[RESULTS_GLANCE_BULLET_4_MAXCHAR(63)]</a:t>
            </a:r>
          </a:p>
          <a:p>
            <a:pPr algn="l" marL="262343" indent="-131171" lvl="1">
              <a:lnSpc>
                <a:spcPts val="2114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[RESULTS_GLANCE_BULLET_5_MAXCHAR(63)]</a:t>
            </a:r>
          </a:p>
          <a:p>
            <a:pPr algn="l" marL="262343" indent="-131171" lvl="1">
              <a:lnSpc>
                <a:spcPts val="2114"/>
              </a:lnSpc>
              <a:buFont typeface="Arial"/>
              <a:buChar char="•"/>
            </a:pPr>
            <a:r>
              <a:rPr lang="en-US" sz="1215">
                <a:solidFill>
                  <a:srgbClr val="000000"/>
                </a:solidFill>
                <a:latin typeface="Aller 2"/>
                <a:ea typeface="Aller 2"/>
                <a:cs typeface="Aller 2"/>
                <a:sym typeface="Aller 2"/>
              </a:rPr>
              <a:t>[RESULTS_GLANCE_BULLET_6_MAXCHAR(63)]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DAHMQ_-hhXI</dc:identifier>
  <dcterms:modified xsi:type="dcterms:W3CDTF">2011-08-01T06:04:30Z</dcterms:modified>
  <cp:revision>1</cp:revision>
  <dc:title>Case Study Template - Life Science</dc:title>
</cp:coreProperties>
</file>